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0"/>
  </p:notesMasterIdLst>
  <p:handoutMasterIdLst>
    <p:handoutMasterId r:id="rId21"/>
  </p:handoutMasterIdLst>
  <p:sldIdLst>
    <p:sldId id="257" r:id="rId2"/>
    <p:sldId id="307" r:id="rId3"/>
    <p:sldId id="308" r:id="rId4"/>
    <p:sldId id="309" r:id="rId5"/>
    <p:sldId id="310" r:id="rId6"/>
    <p:sldId id="311" r:id="rId7"/>
    <p:sldId id="312" r:id="rId8"/>
    <p:sldId id="313" r:id="rId9"/>
    <p:sldId id="314" r:id="rId10"/>
    <p:sldId id="315" r:id="rId11"/>
    <p:sldId id="316" r:id="rId12"/>
    <p:sldId id="317" r:id="rId13"/>
    <p:sldId id="318" r:id="rId14"/>
    <p:sldId id="319" r:id="rId15"/>
    <p:sldId id="320" r:id="rId16"/>
    <p:sldId id="321" r:id="rId17"/>
    <p:sldId id="322" r:id="rId18"/>
    <p:sldId id="323" r:id="rId19"/>
  </p:sldIdLst>
  <p:sldSz cx="12192000" cy="6858000"/>
  <p:notesSz cx="6858000" cy="9144000"/>
  <p:defaultTextStyle>
    <a:defPPr rtl="0">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296" userDrawn="1">
          <p15:clr>
            <a:srgbClr val="A4A3A4"/>
          </p15:clr>
        </p15:guide>
        <p15:guide id="4" orient="horz" pos="41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89911" autoAdjust="0"/>
  </p:normalViewPr>
  <p:slideViewPr>
    <p:cSldViewPr snapToGrid="0">
      <p:cViewPr varScale="1">
        <p:scale>
          <a:sx n="74" d="100"/>
          <a:sy n="74" d="100"/>
        </p:scale>
        <p:origin x="340" y="56"/>
      </p:cViewPr>
      <p:guideLst>
        <p:guide orient="horz" pos="2160"/>
        <p:guide pos="3840"/>
        <p:guide pos="7296"/>
        <p:guide orient="horz" pos="4128"/>
      </p:guideLst>
    </p:cSldViewPr>
  </p:slideViewPr>
  <p:notesTextViewPr>
    <p:cViewPr>
      <p:scale>
        <a:sx n="3" d="2"/>
        <a:sy n="3" d="2"/>
      </p:scale>
      <p:origin x="0" y="0"/>
    </p:cViewPr>
  </p:notesTextViewPr>
  <p:notesViewPr>
    <p:cSldViewPr snapToGrid="0" showGuides="1">
      <p:cViewPr varScale="1">
        <p:scale>
          <a:sx n="93" d="100"/>
          <a:sy n="93" d="100"/>
        </p:scale>
        <p:origin x="2874"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dirty="0"/>
          </a:p>
        </p:txBody>
      </p:sp>
      <p:sp>
        <p:nvSpPr>
          <p:cNvPr id="3" name="Tarih Yer Tutucusu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1FC8FC1-A1A8-42CB-96AC-83684F0DF578}" type="datetime1">
              <a:rPr lang="tr-TR" smtClean="0"/>
              <a:t>29.10.2026</a:t>
            </a:fld>
            <a:endParaRPr lang="tr-TR" dirty="0"/>
          </a:p>
        </p:txBody>
      </p:sp>
      <p:sp>
        <p:nvSpPr>
          <p:cNvPr id="4" name="Alt Bilgi Yer Tutucusu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dirty="0"/>
          </a:p>
        </p:txBody>
      </p:sp>
      <p:sp>
        <p:nvSpPr>
          <p:cNvPr id="5" name="Slayt Numarası Yer Tutucus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4E50CC-F33A-4EF4-9F12-93EC4A21A0CF}" type="slidenum">
              <a:rPr lang="tr-TR" smtClean="0"/>
              <a:t>‹#›</a:t>
            </a:fld>
            <a:endParaRPr lang="tr-TR" dirty="0"/>
          </a:p>
        </p:txBody>
      </p:sp>
    </p:spTree>
    <p:extLst>
      <p:ext uri="{BB962C8B-B14F-4D97-AF65-F5344CB8AC3E}">
        <p14:creationId xmlns:p14="http://schemas.microsoft.com/office/powerpoint/2010/main" val="13232950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dirty="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0653A-FB33-4975-A611-5D53C5C337D6}" type="datetime1">
              <a:rPr lang="tr-TR" smtClean="0"/>
              <a:pPr/>
              <a:t>29.10.2026</a:t>
            </a:fld>
            <a:endParaRPr lang="tr-TR" dirty="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dirty="0"/>
              <a:t>Asıl metin stillerini düzenlemek için tıklayın</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2674CE4-FBD8-4481-AEFB-CA53E599A745}" type="slidenum">
              <a:rPr lang="tr-TR" noProof="0" smtClean="0"/>
              <a:t>‹#›</a:t>
            </a:fld>
            <a:endParaRPr lang="tr-TR" noProof="0" dirty="0"/>
          </a:p>
        </p:txBody>
      </p:sp>
    </p:spTree>
    <p:extLst>
      <p:ext uri="{BB962C8B-B14F-4D97-AF65-F5344CB8AC3E}">
        <p14:creationId xmlns:p14="http://schemas.microsoft.com/office/powerpoint/2010/main" val="1273268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dirty="0"/>
          </a:p>
        </p:txBody>
      </p:sp>
      <p:sp>
        <p:nvSpPr>
          <p:cNvPr id="4" name="Slayt Numarası Yer Tutucusu 3"/>
          <p:cNvSpPr>
            <a:spLocks noGrp="1"/>
          </p:cNvSpPr>
          <p:nvPr>
            <p:ph type="sldNum" sz="quarter" idx="10"/>
          </p:nvPr>
        </p:nvSpPr>
        <p:spPr/>
        <p:txBody>
          <a:bodyPr rtlCol="0"/>
          <a:lstStyle/>
          <a:p>
            <a:pPr rtl="0"/>
            <a:fld id="{32674CE4-FBD8-4481-AEFB-CA53E599A745}" type="slidenum">
              <a:rPr lang="tr-TR" smtClean="0"/>
              <a:t>1</a:t>
            </a:fld>
            <a:endParaRPr lang="tr-TR" dirty="0"/>
          </a:p>
        </p:txBody>
      </p:sp>
    </p:spTree>
    <p:extLst>
      <p:ext uri="{BB962C8B-B14F-4D97-AF65-F5344CB8AC3E}">
        <p14:creationId xmlns:p14="http://schemas.microsoft.com/office/powerpoint/2010/main" val="2147974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a:t>
            </a:fld>
            <a:endParaRPr lang="tr-TR" dirty="0"/>
          </a:p>
        </p:txBody>
      </p:sp>
    </p:spTree>
    <p:extLst>
      <p:ext uri="{BB962C8B-B14F-4D97-AF65-F5344CB8AC3E}">
        <p14:creationId xmlns:p14="http://schemas.microsoft.com/office/powerpoint/2010/main" val="3315716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a:t>
            </a:fld>
            <a:endParaRPr lang="tr-TR" dirty="0"/>
          </a:p>
        </p:txBody>
      </p:sp>
    </p:spTree>
    <p:extLst>
      <p:ext uri="{BB962C8B-B14F-4D97-AF65-F5344CB8AC3E}">
        <p14:creationId xmlns:p14="http://schemas.microsoft.com/office/powerpoint/2010/main" val="2708299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4</a:t>
            </a:fld>
            <a:endParaRPr lang="tr-TR" dirty="0"/>
          </a:p>
        </p:txBody>
      </p:sp>
    </p:spTree>
    <p:extLst>
      <p:ext uri="{BB962C8B-B14F-4D97-AF65-F5344CB8AC3E}">
        <p14:creationId xmlns:p14="http://schemas.microsoft.com/office/powerpoint/2010/main" val="2956281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5</a:t>
            </a:fld>
            <a:endParaRPr lang="tr-TR" dirty="0"/>
          </a:p>
        </p:txBody>
      </p:sp>
    </p:spTree>
    <p:extLst>
      <p:ext uri="{BB962C8B-B14F-4D97-AF65-F5344CB8AC3E}">
        <p14:creationId xmlns:p14="http://schemas.microsoft.com/office/powerpoint/2010/main" val="4047525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6</a:t>
            </a:fld>
            <a:endParaRPr lang="tr-TR" dirty="0"/>
          </a:p>
        </p:txBody>
      </p:sp>
    </p:spTree>
    <p:extLst>
      <p:ext uri="{BB962C8B-B14F-4D97-AF65-F5344CB8AC3E}">
        <p14:creationId xmlns:p14="http://schemas.microsoft.com/office/powerpoint/2010/main" val="892729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7</a:t>
            </a:fld>
            <a:endParaRPr lang="tr-TR" dirty="0"/>
          </a:p>
        </p:txBody>
      </p:sp>
    </p:spTree>
    <p:extLst>
      <p:ext uri="{BB962C8B-B14F-4D97-AF65-F5344CB8AC3E}">
        <p14:creationId xmlns:p14="http://schemas.microsoft.com/office/powerpoint/2010/main" val="3590689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8</a:t>
            </a:fld>
            <a:endParaRPr lang="tr-TR" dirty="0"/>
          </a:p>
        </p:txBody>
      </p:sp>
    </p:spTree>
    <p:extLst>
      <p:ext uri="{BB962C8B-B14F-4D97-AF65-F5344CB8AC3E}">
        <p14:creationId xmlns:p14="http://schemas.microsoft.com/office/powerpoint/2010/main" val="773146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9</a:t>
            </a:fld>
            <a:endParaRPr lang="tr-TR" dirty="0"/>
          </a:p>
        </p:txBody>
      </p:sp>
    </p:spTree>
    <p:extLst>
      <p:ext uri="{BB962C8B-B14F-4D97-AF65-F5344CB8AC3E}">
        <p14:creationId xmlns:p14="http://schemas.microsoft.com/office/powerpoint/2010/main" val="32348778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10</a:t>
            </a:fld>
            <a:endParaRPr lang="tr-TR" dirty="0"/>
          </a:p>
        </p:txBody>
      </p:sp>
    </p:spTree>
    <p:extLst>
      <p:ext uri="{BB962C8B-B14F-4D97-AF65-F5344CB8AC3E}">
        <p14:creationId xmlns:p14="http://schemas.microsoft.com/office/powerpoint/2010/main" val="37970929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11</a:t>
            </a:fld>
            <a:endParaRPr lang="tr-TR" dirty="0"/>
          </a:p>
        </p:txBody>
      </p:sp>
    </p:spTree>
    <p:extLst>
      <p:ext uri="{BB962C8B-B14F-4D97-AF65-F5344CB8AC3E}">
        <p14:creationId xmlns:p14="http://schemas.microsoft.com/office/powerpoint/2010/main" val="24574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12</a:t>
            </a:fld>
            <a:endParaRPr lang="tr-TR" dirty="0"/>
          </a:p>
        </p:txBody>
      </p:sp>
    </p:spTree>
    <p:extLst>
      <p:ext uri="{BB962C8B-B14F-4D97-AF65-F5344CB8AC3E}">
        <p14:creationId xmlns:p14="http://schemas.microsoft.com/office/powerpoint/2010/main" val="11830822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13</a:t>
            </a:fld>
            <a:endParaRPr lang="tr-TR" dirty="0"/>
          </a:p>
        </p:txBody>
      </p:sp>
    </p:spTree>
    <p:extLst>
      <p:ext uri="{BB962C8B-B14F-4D97-AF65-F5344CB8AC3E}">
        <p14:creationId xmlns:p14="http://schemas.microsoft.com/office/powerpoint/2010/main" val="22306258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14</a:t>
            </a:fld>
            <a:endParaRPr lang="tr-TR" dirty="0"/>
          </a:p>
        </p:txBody>
      </p:sp>
    </p:spTree>
    <p:extLst>
      <p:ext uri="{BB962C8B-B14F-4D97-AF65-F5344CB8AC3E}">
        <p14:creationId xmlns:p14="http://schemas.microsoft.com/office/powerpoint/2010/main" val="21253560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15</a:t>
            </a:fld>
            <a:endParaRPr lang="tr-TR" dirty="0"/>
          </a:p>
        </p:txBody>
      </p:sp>
    </p:spTree>
    <p:extLst>
      <p:ext uri="{BB962C8B-B14F-4D97-AF65-F5344CB8AC3E}">
        <p14:creationId xmlns:p14="http://schemas.microsoft.com/office/powerpoint/2010/main" val="988409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16</a:t>
            </a:fld>
            <a:endParaRPr lang="tr-TR" dirty="0"/>
          </a:p>
        </p:txBody>
      </p:sp>
    </p:spTree>
    <p:extLst>
      <p:ext uri="{BB962C8B-B14F-4D97-AF65-F5344CB8AC3E}">
        <p14:creationId xmlns:p14="http://schemas.microsoft.com/office/powerpoint/2010/main" val="34124634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17</a:t>
            </a:fld>
            <a:endParaRPr lang="tr-TR" dirty="0"/>
          </a:p>
        </p:txBody>
      </p:sp>
    </p:spTree>
    <p:extLst>
      <p:ext uri="{BB962C8B-B14F-4D97-AF65-F5344CB8AC3E}">
        <p14:creationId xmlns:p14="http://schemas.microsoft.com/office/powerpoint/2010/main" val="21323299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18</a:t>
            </a:fld>
            <a:endParaRPr lang="tr-TR" dirty="0"/>
          </a:p>
        </p:txBody>
      </p:sp>
    </p:spTree>
    <p:extLst>
      <p:ext uri="{BB962C8B-B14F-4D97-AF65-F5344CB8AC3E}">
        <p14:creationId xmlns:p14="http://schemas.microsoft.com/office/powerpoint/2010/main" val="74304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9" name="Dikdörtgen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3" name="Dikdörtgen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4" name="Dikdörtgen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5" name="Dikdörtgen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6" name="Dikdörtgen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7" name="Dikdörtgen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0" name="Yuvarlatılmış Dikdörtgen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1" name="Yuvarlatılmış Dikdörtgen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7" name="Dikdörtgen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0" name="Dikdörtgen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1" name="Dikdörtgen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8" name="Başlık 7"/>
          <p:cNvSpPr>
            <a:spLocks noGrp="1"/>
          </p:cNvSpPr>
          <p:nvPr>
            <p:ph type="ctrTitle"/>
          </p:nvPr>
        </p:nvSpPr>
        <p:spPr>
          <a:xfrm>
            <a:off x="609600" y="2389009"/>
            <a:ext cx="11277600" cy="1470025"/>
          </a:xfrm>
        </p:spPr>
        <p:txBody>
          <a:bodyPr rtlCol="0" anchor="b"/>
          <a:lstStyle>
            <a:lvl1pPr>
              <a:defRPr sz="4400">
                <a:solidFill>
                  <a:schemeClr val="bg1"/>
                </a:solidFill>
              </a:defRPr>
            </a:lvl1pPr>
          </a:lstStyle>
          <a:p>
            <a:pPr rtl="0"/>
            <a:r>
              <a:rPr lang="tr-TR" noProof="0"/>
              <a:t>Asıl başlık stili için tıklatın</a:t>
            </a:r>
            <a:endParaRPr lang="tr-TR" noProof="0" dirty="0"/>
          </a:p>
        </p:txBody>
      </p:sp>
      <p:sp>
        <p:nvSpPr>
          <p:cNvPr id="9" name="Alt Başlık 8"/>
          <p:cNvSpPr>
            <a:spLocks noGrp="1"/>
          </p:cNvSpPr>
          <p:nvPr>
            <p:ph type="subTitle" idx="1"/>
          </p:nvPr>
        </p:nvSpPr>
        <p:spPr>
          <a:xfrm>
            <a:off x="609600" y="3899938"/>
            <a:ext cx="6604000" cy="1752600"/>
          </a:xfrm>
        </p:spPr>
        <p:txBody>
          <a:bodyPr rtlCol="0"/>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tr-TR" noProof="0"/>
              <a:t>Asıl alt başlık stilini düzenlemek için tıklayın</a:t>
            </a:r>
            <a:endParaRPr lang="tr-TR" noProof="0" dirty="0"/>
          </a:p>
        </p:txBody>
      </p:sp>
      <p:sp>
        <p:nvSpPr>
          <p:cNvPr id="17" name="Alt Bilgi Yer Tutucusu 16"/>
          <p:cNvSpPr>
            <a:spLocks noGrp="1"/>
          </p:cNvSpPr>
          <p:nvPr>
            <p:ph type="ftr" sz="quarter" idx="11"/>
          </p:nvPr>
        </p:nvSpPr>
        <p:spPr>
          <a:xfrm>
            <a:off x="7265116" y="4205288"/>
            <a:ext cx="1727200" cy="457200"/>
          </a:xfrm>
        </p:spPr>
        <p:txBody>
          <a:bodyPr rtlCol="0"/>
          <a:lstStyle>
            <a:lvl1pPr>
              <a:defRPr>
                <a:solidFill>
                  <a:schemeClr val="accent2">
                    <a:lumMod val="75000"/>
                  </a:schemeClr>
                </a:solidFill>
              </a:defRPr>
            </a:lvl1pPr>
          </a:lstStyle>
          <a:p>
            <a:pPr rtl="0"/>
            <a:r>
              <a:rPr lang="tr-TR" noProof="0" dirty="0"/>
              <a:t>Alt bilgi ekleme</a:t>
            </a:r>
          </a:p>
        </p:txBody>
      </p:sp>
      <p:sp>
        <p:nvSpPr>
          <p:cNvPr id="28" name="Tarih Yer Tutucusu 27"/>
          <p:cNvSpPr>
            <a:spLocks noGrp="1"/>
          </p:cNvSpPr>
          <p:nvPr>
            <p:ph type="dt" sz="half" idx="10"/>
          </p:nvPr>
        </p:nvSpPr>
        <p:spPr>
          <a:xfrm>
            <a:off x="9043832" y="4206240"/>
            <a:ext cx="1280160" cy="457200"/>
          </a:xfrm>
        </p:spPr>
        <p:txBody>
          <a:bodyPr rtlCol="0"/>
          <a:lstStyle>
            <a:lvl1pPr>
              <a:defRPr>
                <a:solidFill>
                  <a:schemeClr val="accent2">
                    <a:lumMod val="75000"/>
                  </a:schemeClr>
                </a:solidFill>
              </a:defRPr>
            </a:lvl1pPr>
          </a:lstStyle>
          <a:p>
            <a:fld id="{E8609038-EC1C-40A6-91EB-4A3D73CE9547}" type="datetime1">
              <a:rPr lang="tr-TR" smtClean="0"/>
              <a:pPr/>
              <a:t>29.10.2026</a:t>
            </a:fld>
            <a:endParaRPr lang="tr-TR" dirty="0"/>
          </a:p>
        </p:txBody>
      </p:sp>
      <p:sp>
        <p:nvSpPr>
          <p:cNvPr id="29" name="Slayt Numarası Yer Tutucusu 28"/>
          <p:cNvSpPr>
            <a:spLocks noGrp="1"/>
          </p:cNvSpPr>
          <p:nvPr>
            <p:ph type="sldNum" sz="quarter" idx="12"/>
          </p:nvPr>
        </p:nvSpPr>
        <p:spPr>
          <a:xfrm>
            <a:off x="11093451" y="1136"/>
            <a:ext cx="996949" cy="365760"/>
          </a:xfrm>
        </p:spPr>
        <p:txBody>
          <a:bodyPr rtlCol="0"/>
          <a:lstStyle>
            <a:lvl1pPr algn="r">
              <a:defRPr sz="1800">
                <a:solidFill>
                  <a:schemeClr val="bg1"/>
                </a:solidFill>
              </a:defRPr>
            </a:lvl1pPr>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60115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 için tıklatın</a:t>
            </a:r>
            <a:endParaRPr lang="tr-TR" noProof="0" dirty="0"/>
          </a:p>
        </p:txBody>
      </p:sp>
      <p:sp>
        <p:nvSpPr>
          <p:cNvPr id="3" name="İçerik Yer Tutucusu 2"/>
          <p:cNvSpPr>
            <a:spLocks noGrp="1"/>
          </p:cNvSpPr>
          <p:nvPr>
            <p:ph idx="1"/>
          </p:nvPr>
        </p:nvSpPr>
        <p:spPr/>
        <p:txBody>
          <a:bodyPr rtlCol="0"/>
          <a:lstStyle>
            <a:lvl1pPr>
              <a:defRPr/>
            </a:lvl1pPr>
            <a:lvl5pPr>
              <a:defRPr/>
            </a:lvl5pPr>
            <a:lvl6pPr>
              <a:defRPr/>
            </a:lvl6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46610F96-FFD0-4BC1-86F0-D957A2A4B8C7}" type="datetime1">
              <a:rPr lang="tr-TR" smtClean="0"/>
              <a:pPr/>
              <a:t>29.10.2026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594303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p:cNvSpPr>
            <a:spLocks noGrp="1"/>
          </p:cNvSpPr>
          <p:nvPr>
            <p:ph type="title"/>
          </p:nvPr>
        </p:nvSpPr>
        <p:spPr>
          <a:xfrm>
            <a:off x="963084" y="1968322"/>
            <a:ext cx="10363200" cy="1362075"/>
          </a:xfrm>
        </p:spPr>
        <p:txBody>
          <a:bodyPr rtlCol="0" anchor="b">
            <a:noAutofit/>
          </a:bodyPr>
          <a:lstStyle>
            <a:lvl1pPr algn="l">
              <a:buNone/>
              <a:defRPr sz="4300" b="1" cap="none" baseline="0">
                <a:ln w="12700">
                  <a:solidFill>
                    <a:schemeClr val="accent2">
                      <a:shade val="90000"/>
                      <a:satMod val="150000"/>
                    </a:schemeClr>
                  </a:solidFill>
                </a:ln>
                <a:solidFill>
                  <a:schemeClr val="accent2"/>
                </a:solidFill>
                <a:effectLst/>
              </a:defRPr>
            </a:lvl1pPr>
          </a:lstStyle>
          <a:p>
            <a:pPr rtl="0"/>
            <a:r>
              <a:rPr lang="tr-TR" noProof="0"/>
              <a:t>Asıl başlık stili için tıklatın</a:t>
            </a:r>
            <a:endParaRPr kumimoji="0" lang="tr-TR" noProof="0" dirty="0"/>
          </a:p>
        </p:txBody>
      </p:sp>
      <p:sp>
        <p:nvSpPr>
          <p:cNvPr id="3" name="Metin Yer Tutucusu 2"/>
          <p:cNvSpPr>
            <a:spLocks noGrp="1"/>
          </p:cNvSpPr>
          <p:nvPr>
            <p:ph type="body" idx="1"/>
          </p:nvPr>
        </p:nvSpPr>
        <p:spPr>
          <a:xfrm>
            <a:off x="963084" y="3367088"/>
            <a:ext cx="10363200" cy="1509712"/>
          </a:xfrm>
        </p:spPr>
        <p:txBody>
          <a:bodyPr rtlCol="0"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tr-TR" noProof="0"/>
              <a:t>Asıl metin stillerini düzenle</a:t>
            </a:r>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FF56EF26-BBDF-4885-BB66-53FDFCADA69E}" type="datetime1">
              <a:rPr lang="tr-TR" smtClean="0"/>
              <a:pPr/>
              <a:t>29.10.2026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70512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 için tıklatın</a:t>
            </a:r>
            <a:endParaRPr lang="tr-TR" noProof="0" dirty="0"/>
          </a:p>
        </p:txBody>
      </p:sp>
      <p:sp>
        <p:nvSpPr>
          <p:cNvPr id="3" name="İçerik Yer Tutucusu 2"/>
          <p:cNvSpPr>
            <a:spLocks noGrp="1"/>
          </p:cNvSpPr>
          <p:nvPr>
            <p:ph sz="half" idx="1"/>
          </p:nvPr>
        </p:nvSpPr>
        <p:spPr>
          <a:xfrm>
            <a:off x="609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4" name="İçerik Yer Tutucusu 3"/>
          <p:cNvSpPr>
            <a:spLocks noGrp="1"/>
          </p:cNvSpPr>
          <p:nvPr>
            <p:ph sz="half" idx="2"/>
          </p:nvPr>
        </p:nvSpPr>
        <p:spPr>
          <a:xfrm>
            <a:off x="6197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A84B813B-74D5-4B4F-94CB-6CD8395E9845}" type="datetime1">
              <a:rPr lang="tr-TR" smtClean="0"/>
              <a:pPr/>
              <a:t>29.10.2026</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446445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508000" y="1143000"/>
            <a:ext cx="11176000" cy="1069848"/>
          </a:xfrm>
        </p:spPr>
        <p:txBody>
          <a:bodyPr rtlCol="0" anchor="ctr"/>
          <a:lstStyle>
            <a:lvl1pPr>
              <a:defRPr sz="4000" b="0" i="0" cap="none" baseline="0"/>
            </a:lvl1pPr>
          </a:lstStyle>
          <a:p>
            <a:pPr rtl="0"/>
            <a:r>
              <a:rPr lang="tr-TR" noProof="0"/>
              <a:t>Asıl başlık stili için tıklatın</a:t>
            </a:r>
            <a:endParaRPr lang="tr-TR" noProof="0" dirty="0"/>
          </a:p>
        </p:txBody>
      </p:sp>
      <p:sp>
        <p:nvSpPr>
          <p:cNvPr id="3" name="Metin Yer Tutucusu 2"/>
          <p:cNvSpPr>
            <a:spLocks noGrp="1"/>
          </p:cNvSpPr>
          <p:nvPr>
            <p:ph type="body" idx="1"/>
          </p:nvPr>
        </p:nvSpPr>
        <p:spPr>
          <a:xfrm>
            <a:off x="508000" y="2244970"/>
            <a:ext cx="5388864"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a:t>Asıl metin stillerini düzenle</a:t>
            </a:r>
          </a:p>
        </p:txBody>
      </p:sp>
      <p:sp>
        <p:nvSpPr>
          <p:cNvPr id="5" name="İçerik Yer Tutucusu 4"/>
          <p:cNvSpPr>
            <a:spLocks noGrp="1"/>
          </p:cNvSpPr>
          <p:nvPr>
            <p:ph sz="quarter" idx="2"/>
          </p:nvPr>
        </p:nvSpPr>
        <p:spPr>
          <a:xfrm>
            <a:off x="508000" y="2708519"/>
            <a:ext cx="5388864"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4" name="Metin Yer Tutucusu 3"/>
          <p:cNvSpPr>
            <a:spLocks noGrp="1"/>
          </p:cNvSpPr>
          <p:nvPr>
            <p:ph type="body" sz="half" idx="3"/>
          </p:nvPr>
        </p:nvSpPr>
        <p:spPr>
          <a:xfrm>
            <a:off x="6294968" y="2244970"/>
            <a:ext cx="5389033"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a:t>Asıl metin stillerini düzenle</a:t>
            </a:r>
          </a:p>
        </p:txBody>
      </p:sp>
      <p:sp>
        <p:nvSpPr>
          <p:cNvPr id="6" name="İçerik Yer Tutucusu 5"/>
          <p:cNvSpPr>
            <a:spLocks noGrp="1"/>
          </p:cNvSpPr>
          <p:nvPr>
            <p:ph sz="quarter" idx="4"/>
          </p:nvPr>
        </p:nvSpPr>
        <p:spPr>
          <a:xfrm>
            <a:off x="6291073" y="2708519"/>
            <a:ext cx="5389033"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28" name="Alt Bilgi Yer Tutucusu 27"/>
          <p:cNvSpPr>
            <a:spLocks noGrp="1"/>
          </p:cNvSpPr>
          <p:nvPr>
            <p:ph type="ftr" sz="quarter" idx="12"/>
          </p:nvPr>
        </p:nvSpPr>
        <p:spPr/>
        <p:txBody>
          <a:bodyPr rtlCol="0"/>
          <a:lstStyle/>
          <a:p>
            <a:pPr rtl="0"/>
            <a:r>
              <a:rPr lang="tr-TR" noProof="0" dirty="0"/>
              <a:t>Alt bilgi ekleme</a:t>
            </a:r>
          </a:p>
        </p:txBody>
      </p:sp>
      <p:sp>
        <p:nvSpPr>
          <p:cNvPr id="26" name="Tarih Yer Tutucusu 25"/>
          <p:cNvSpPr>
            <a:spLocks noGrp="1"/>
          </p:cNvSpPr>
          <p:nvPr>
            <p:ph type="dt" sz="half" idx="10"/>
          </p:nvPr>
        </p:nvSpPr>
        <p:spPr/>
        <p:txBody>
          <a:bodyPr rtlCol="0"/>
          <a:lstStyle>
            <a:lvl1pPr>
              <a:defRPr/>
            </a:lvl1pPr>
          </a:lstStyle>
          <a:p>
            <a:fld id="{B72EC71D-25AD-4A7C-AB6C-E63D5EDA9366}" type="datetime1">
              <a:rPr lang="tr-TR" smtClean="0"/>
              <a:pPr/>
              <a:t>29.10.2026</a:t>
            </a:fld>
            <a:endParaRPr lang="tr-TR" dirty="0"/>
          </a:p>
        </p:txBody>
      </p:sp>
      <p:sp>
        <p:nvSpPr>
          <p:cNvPr id="27" name="Slayt Numarası Yer Tutucusu 26"/>
          <p:cNvSpPr>
            <a:spLocks noGrp="1"/>
          </p:cNvSpPr>
          <p:nvPr>
            <p:ph type="sldNum" sz="quarter" idx="11"/>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7071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a:xfrm>
            <a:off x="609600" y="1143000"/>
            <a:ext cx="10972800" cy="1069848"/>
          </a:xfrm>
        </p:spPr>
        <p:txBody>
          <a:bodyPr rtlCol="0" anchor="ctr"/>
          <a:lstStyle>
            <a:lvl1pPr>
              <a:defRPr sz="4000">
                <a:solidFill>
                  <a:schemeClr val="tx2"/>
                </a:solidFill>
              </a:defRPr>
            </a:lvl1pPr>
          </a:lstStyle>
          <a:p>
            <a:pPr rtl="0"/>
            <a:r>
              <a:rPr lang="tr-TR" noProof="0"/>
              <a:t>Asıl başlık stili için tıklatın</a:t>
            </a:r>
            <a:endParaRPr lang="tr-TR" noProof="0" dirty="0"/>
          </a:p>
        </p:txBody>
      </p:sp>
      <p:sp>
        <p:nvSpPr>
          <p:cNvPr id="4" name="Alt Bilgi Yer Tutucusu 3"/>
          <p:cNvSpPr>
            <a:spLocks noGrp="1"/>
          </p:cNvSpPr>
          <p:nvPr>
            <p:ph type="ftr" sz="quarter" idx="11"/>
          </p:nvPr>
        </p:nvSpPr>
        <p:spPr>
          <a:xfrm>
            <a:off x="7010400" y="612648"/>
            <a:ext cx="1767840" cy="457200"/>
          </a:xfrm>
        </p:spPr>
        <p:txBody>
          <a:bodyPr rtlCol="0"/>
          <a:lstStyle/>
          <a:p>
            <a:pPr rtl="0"/>
            <a:r>
              <a:rPr lang="tr-TR" noProof="0" dirty="0"/>
              <a:t>Alt bilgi ekleme</a:t>
            </a:r>
          </a:p>
        </p:txBody>
      </p:sp>
      <p:sp>
        <p:nvSpPr>
          <p:cNvPr id="3" name="Tarih Yer Tutucusu 2"/>
          <p:cNvSpPr>
            <a:spLocks noGrp="1"/>
          </p:cNvSpPr>
          <p:nvPr>
            <p:ph type="dt" sz="half" idx="10"/>
          </p:nvPr>
        </p:nvSpPr>
        <p:spPr>
          <a:xfrm>
            <a:off x="8778240" y="612648"/>
            <a:ext cx="1276352" cy="457200"/>
          </a:xfrm>
        </p:spPr>
        <p:txBody>
          <a:bodyPr rtlCol="0"/>
          <a:lstStyle>
            <a:lvl1pPr>
              <a:defRPr/>
            </a:lvl1pPr>
          </a:lstStyle>
          <a:p>
            <a:fld id="{851036E3-487C-41B5-92E9-47E0F0B9591B}" type="datetime1">
              <a:rPr lang="tr-TR" smtClean="0"/>
              <a:pPr/>
              <a:t>29.10.2026</a:t>
            </a:fld>
            <a:endParaRPr lang="tr-TR" dirty="0"/>
          </a:p>
        </p:txBody>
      </p:sp>
      <p:sp>
        <p:nvSpPr>
          <p:cNvPr id="5" name="Slayt Numarası Yer Tutucusu 4"/>
          <p:cNvSpPr>
            <a:spLocks noGrp="1"/>
          </p:cNvSpPr>
          <p:nvPr>
            <p:ph type="sldNum" sz="quarter" idx="12"/>
          </p:nvPr>
        </p:nvSpPr>
        <p:spPr>
          <a:xfrm>
            <a:off x="10899648" y="2272"/>
            <a:ext cx="1016000" cy="365760"/>
          </a:xfrm>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82195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3" name="Alt Bilgi Yer Tutucusu 2"/>
          <p:cNvSpPr>
            <a:spLocks noGrp="1"/>
          </p:cNvSpPr>
          <p:nvPr>
            <p:ph type="ftr" sz="quarter" idx="11"/>
          </p:nvPr>
        </p:nvSpPr>
        <p:spPr/>
        <p:txBody>
          <a:bodyPr rtlCol="0"/>
          <a:lstStyle/>
          <a:p>
            <a:pPr rtl="0"/>
            <a:r>
              <a:rPr lang="tr-TR" noProof="0" dirty="0"/>
              <a:t>Alt bilgi ekleme</a:t>
            </a:r>
          </a:p>
        </p:txBody>
      </p:sp>
      <p:sp>
        <p:nvSpPr>
          <p:cNvPr id="2" name="Tarih Yer Tutucusu 1"/>
          <p:cNvSpPr>
            <a:spLocks noGrp="1"/>
          </p:cNvSpPr>
          <p:nvPr>
            <p:ph type="dt" sz="half" idx="10"/>
          </p:nvPr>
        </p:nvSpPr>
        <p:spPr/>
        <p:txBody>
          <a:bodyPr rtlCol="0"/>
          <a:lstStyle>
            <a:lvl1pPr>
              <a:defRPr/>
            </a:lvl1pPr>
          </a:lstStyle>
          <a:p>
            <a:fld id="{E7730CD3-31CA-47BB-8FC4-9AA93086A77D}" type="datetime1">
              <a:rPr lang="tr-TR" smtClean="0"/>
              <a:pPr/>
              <a:t>29.10.2026</a:t>
            </a:fld>
            <a:endParaRPr lang="tr-TR" dirty="0"/>
          </a:p>
        </p:txBody>
      </p:sp>
      <p:sp>
        <p:nvSpPr>
          <p:cNvPr id="4" name="Slayt Numarası Yer Tutucusu 3"/>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1135695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137995" y="1101970"/>
            <a:ext cx="4511040" cy="877824"/>
          </a:xfrm>
        </p:spPr>
        <p:txBody>
          <a:bodyPr rtlCol="0" anchor="b"/>
          <a:lstStyle>
            <a:lvl1pPr algn="l">
              <a:buNone/>
              <a:defRPr sz="1800" b="1"/>
            </a:lvl1pPr>
          </a:lstStyle>
          <a:p>
            <a:pPr rtl="0"/>
            <a:r>
              <a:rPr lang="tr-TR" noProof="0" dirty="0"/>
              <a:t>Asıl başlık stilini düzenle</a:t>
            </a:r>
          </a:p>
        </p:txBody>
      </p:sp>
      <p:sp>
        <p:nvSpPr>
          <p:cNvPr id="4" name="İçerik Yer Tutucusu 3"/>
          <p:cNvSpPr>
            <a:spLocks noGrp="1"/>
          </p:cNvSpPr>
          <p:nvPr>
            <p:ph sz="half" idx="1"/>
          </p:nvPr>
        </p:nvSpPr>
        <p:spPr>
          <a:xfrm>
            <a:off x="203200" y="776287"/>
            <a:ext cx="6803136" cy="5805083"/>
          </a:xfrm>
        </p:spPr>
        <p:txBody>
          <a:bodyPr rtlCol="0"/>
          <a:lstStyle>
            <a:lvl1pPr>
              <a:defRPr sz="3200"/>
            </a:lvl1pPr>
            <a:lvl2pPr>
              <a:defRPr sz="2800"/>
            </a:lvl2pPr>
            <a:lvl3pPr>
              <a:defRPr sz="2400"/>
            </a:lvl3pPr>
            <a:lvl4pPr>
              <a:defRPr sz="2000"/>
            </a:lvl4pPr>
            <a:lvl5pPr>
              <a:defRPr sz="20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3" name="Metin Yer Tutucusu 2"/>
          <p:cNvSpPr>
            <a:spLocks noGrp="1"/>
          </p:cNvSpPr>
          <p:nvPr>
            <p:ph type="body" idx="2"/>
          </p:nvPr>
        </p:nvSpPr>
        <p:spPr>
          <a:xfrm>
            <a:off x="7137995" y="2010727"/>
            <a:ext cx="4511040" cy="4580573"/>
          </a:xfrm>
        </p:spPr>
        <p:txBody>
          <a:bodyPr rtlCol="0"/>
          <a:lstStyle>
            <a:lvl1pPr marL="9144" indent="0">
              <a:buNone/>
              <a:defRPr sz="1400"/>
            </a:lvl1pPr>
            <a:lvl2pPr>
              <a:buNone/>
              <a:defRPr sz="1200"/>
            </a:lvl2pPr>
            <a:lvl3pPr>
              <a:buNone/>
              <a:defRPr sz="1000"/>
            </a:lvl3pPr>
            <a:lvl4pPr>
              <a:buNone/>
              <a:defRPr sz="900"/>
            </a:lvl4pPr>
            <a:lvl5pPr>
              <a:buNone/>
              <a:defRPr sz="900"/>
            </a:lvl5pPr>
          </a:lstStyle>
          <a:p>
            <a:pPr lvl="0" rtl="0" eaLnBrk="1" latinLnBrk="0" hangingPunct="1"/>
            <a:r>
              <a:rPr lang="tr-TR" noProof="0"/>
              <a:t>Asıl metin stillerini düzenle</a:t>
            </a:r>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90C5B609-EC73-4CF8-A564-D90D0E54FA36}" type="datetime1">
              <a:rPr lang="tr-TR" smtClean="0"/>
              <a:pPr/>
              <a:t>29.10.2026</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49868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Resim Yazı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7253913" y="1109161"/>
            <a:ext cx="782404" cy="4681637"/>
          </a:xfrm>
        </p:spPr>
        <p:txBody>
          <a:bodyPr vert="vert270" lIns="45720" tIns="0" rIns="45720" rtlCol="0" anchor="t"/>
          <a:lstStyle>
            <a:lvl1pPr algn="ctr">
              <a:buNone/>
              <a:defRPr sz="2000" b="1"/>
            </a:lvl1pPr>
          </a:lstStyle>
          <a:p>
            <a:pPr rtl="0"/>
            <a:r>
              <a:rPr lang="tr-TR" noProof="0"/>
              <a:t>Asıl başlık stili için tıklatın</a:t>
            </a:r>
            <a:endParaRPr lang="tr-TR" noProof="0" dirty="0"/>
          </a:p>
        </p:txBody>
      </p:sp>
      <p:sp>
        <p:nvSpPr>
          <p:cNvPr id="3" name="Resim Yer Tutucusu 2" descr="Resim eklemek için boş yer tutucu. Yer tutucuya tıklayın ve eklemek istediğiniz resmi seçin"/>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rtlCol="0"/>
          <a:lstStyle>
            <a:lvl1pPr marL="0" indent="0">
              <a:buNone/>
              <a:defRPr sz="3200"/>
            </a:lvl1pPr>
          </a:lstStyle>
          <a:p>
            <a:pPr rtl="0"/>
            <a:r>
              <a:rPr lang="tr-TR" noProof="0"/>
              <a:t>Resim eklemek için simgeyi tıklatın</a:t>
            </a:r>
            <a:endParaRPr kumimoji="0" lang="tr-TR" noProof="0" dirty="0"/>
          </a:p>
        </p:txBody>
      </p:sp>
      <p:sp>
        <p:nvSpPr>
          <p:cNvPr id="4" name="Metin Yer Tutucusu 3"/>
          <p:cNvSpPr>
            <a:spLocks noGrp="1"/>
          </p:cNvSpPr>
          <p:nvPr>
            <p:ph type="body" sz="half" idx="2"/>
          </p:nvPr>
        </p:nvSpPr>
        <p:spPr>
          <a:xfrm>
            <a:off x="8117924" y="3274309"/>
            <a:ext cx="3454400" cy="2516489"/>
          </a:xfrm>
        </p:spPr>
        <p:txBody>
          <a:bodyPr lIns="0" tIns="0" rIns="45720" rtlCol="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rtl="0" eaLnBrk="1" latinLnBrk="0" hangingPunct="1"/>
            <a:r>
              <a:rPr lang="tr-TR" noProof="0"/>
              <a:t>Asıl metin stillerini düzenle</a:t>
            </a:r>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D85D7756-B745-4648-9348-5BA7D8FC560E}" type="datetime1">
              <a:rPr lang="tr-TR" smtClean="0"/>
              <a:pPr/>
              <a:t>29.10.2026</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1883619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 için tıklatın</a:t>
            </a:r>
            <a:endParaRPr lang="tr-TR" noProof="0" dirty="0"/>
          </a:p>
        </p:txBody>
      </p:sp>
      <p:sp>
        <p:nvSpPr>
          <p:cNvPr id="3" name="Dikey Metin Yer Tutucusu 2"/>
          <p:cNvSpPr>
            <a:spLocks noGrp="1"/>
          </p:cNvSpPr>
          <p:nvPr>
            <p:ph type="body" orient="vert" idx="1"/>
          </p:nvPr>
        </p:nvSpPr>
        <p:spPr/>
        <p:txBody>
          <a:bodyPr vert="eaVert" rtlCol="0"/>
          <a:lstStyle>
            <a:lvl1pPr>
              <a:defRPr/>
            </a:lvl1pPr>
            <a:lvl5pPr>
              <a:defRPr/>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443DEEBB-C631-4BE4-9EB9-151005B5892D}" type="datetime1">
              <a:rPr lang="tr-TR" smtClean="0"/>
              <a:pPr/>
              <a:t>29.10.2026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46784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hasCustomPrompt="1"/>
          </p:nvPr>
        </p:nvSpPr>
        <p:spPr>
          <a:xfrm>
            <a:off x="9042400" y="1143000"/>
            <a:ext cx="2540000" cy="5448300"/>
          </a:xfrm>
        </p:spPr>
        <p:txBody>
          <a:bodyPr vert="eaVert" rtlCol="0"/>
          <a:lstStyle>
            <a:lvl1pPr>
              <a:defRPr/>
            </a:lvl1pPr>
          </a:lstStyle>
          <a:p>
            <a:pPr rtl="0"/>
            <a:r>
              <a:rPr lang="tr-TR" noProof="0" dirty="0"/>
              <a:t>Asıl başlık stilini düzenle</a:t>
            </a:r>
          </a:p>
        </p:txBody>
      </p:sp>
      <p:sp>
        <p:nvSpPr>
          <p:cNvPr id="3" name="Dikey Metin Yer Tutucusu 2"/>
          <p:cNvSpPr>
            <a:spLocks noGrp="1"/>
          </p:cNvSpPr>
          <p:nvPr>
            <p:ph type="body" orient="vert" idx="1" hasCustomPrompt="1"/>
          </p:nvPr>
        </p:nvSpPr>
        <p:spPr>
          <a:xfrm>
            <a:off x="609600" y="1143000"/>
            <a:ext cx="8331200" cy="5448300"/>
          </a:xfrm>
        </p:spPr>
        <p:txBody>
          <a:bodyPr vert="eaVert" rtlCol="0"/>
          <a:lstStyle>
            <a:lvl5pPr>
              <a:defRPr/>
            </a:lvl5pPr>
          </a:lstStyle>
          <a:p>
            <a:pPr lvl="0" rtl="0" eaLnBrk="1" latinLnBrk="0" hangingPunct="1"/>
            <a:r>
              <a:rPr lang="tr-TR" noProof="0" dirty="0"/>
              <a:t>Asıl metin stillerini düzenlemek için tıklayın</a:t>
            </a:r>
          </a:p>
          <a:p>
            <a:pPr lvl="1" rtl="0" eaLnBrk="1" latinLnBrk="0" hangingPunct="1"/>
            <a:r>
              <a:rPr lang="tr-TR" noProof="0" dirty="0"/>
              <a:t>İkinci düzey</a:t>
            </a:r>
          </a:p>
          <a:p>
            <a:pPr lvl="2" rtl="0" eaLnBrk="1" latinLnBrk="0" hangingPunct="1"/>
            <a:r>
              <a:rPr lang="tr-TR" noProof="0" dirty="0"/>
              <a:t>Üçüncü düzey</a:t>
            </a:r>
          </a:p>
          <a:p>
            <a:pPr lvl="3" rtl="0" eaLnBrk="1" latinLnBrk="0" hangingPunct="1"/>
            <a:r>
              <a:rPr lang="tr-TR" noProof="0" dirty="0"/>
              <a:t>Dördüncü düzey</a:t>
            </a:r>
          </a:p>
          <a:p>
            <a:pPr lvl="4" rtl="0" eaLnBrk="1" latinLnBrk="0" hangingPunct="1"/>
            <a:r>
              <a:rPr lang="tr-TR" noProof="0" dirty="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C76B82DB-6D5C-486A-98D3-E008B7673553}" type="datetime1">
              <a:rPr lang="tr-TR" smtClean="0"/>
              <a:pPr/>
              <a:t>29.10.2026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97808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Dikdörtgen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9" name="Dikdörtgen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0" name="Dikdörtgen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1" name="Dikdörtgen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2" name="Dikdörtgen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3" name="Yuvarlatılmış Dikdörtgen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4" name="Yuvarlatılmış Dikdörtgen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5" name="Dikdörtgen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6" name="Dikdörtgen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7" name="Dikdörtgen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8" name="Dikdörtgen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9" name="Dikdörtgen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40" name="Dikdörtgen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2" name="Başlık Yer Tutucusu 21"/>
          <p:cNvSpPr>
            <a:spLocks noGrp="1"/>
          </p:cNvSpPr>
          <p:nvPr>
            <p:ph type="title"/>
          </p:nvPr>
        </p:nvSpPr>
        <p:spPr>
          <a:xfrm>
            <a:off x="609600" y="1143000"/>
            <a:ext cx="10972800" cy="1066800"/>
          </a:xfrm>
          <a:prstGeom prst="rect">
            <a:avLst/>
          </a:prstGeom>
        </p:spPr>
        <p:txBody>
          <a:bodyPr vert="horz" rtlCol="0" anchor="ctr">
            <a:normAutofit/>
          </a:bodyPr>
          <a:lstStyle/>
          <a:p>
            <a:pPr rtl="0"/>
            <a:r>
              <a:rPr lang="tr-TR" noProof="0" dirty="0"/>
              <a:t>Asıl başlık stilini düzenlemek için tıklayın</a:t>
            </a:r>
          </a:p>
        </p:txBody>
      </p:sp>
      <p:sp>
        <p:nvSpPr>
          <p:cNvPr id="13" name="Metin Yer Tutucusu 12"/>
          <p:cNvSpPr>
            <a:spLocks noGrp="1"/>
          </p:cNvSpPr>
          <p:nvPr>
            <p:ph type="body" idx="1"/>
          </p:nvPr>
        </p:nvSpPr>
        <p:spPr>
          <a:xfrm>
            <a:off x="609600" y="2249424"/>
            <a:ext cx="10972800" cy="4325112"/>
          </a:xfrm>
          <a:prstGeom prst="rect">
            <a:avLst/>
          </a:prstGeom>
        </p:spPr>
        <p:txBody>
          <a:bodyPr vert="horz" rtlCol="0">
            <a:normAutofit/>
          </a:bodyPr>
          <a:lstStyle/>
          <a:p>
            <a:pPr lvl="0" rtl="0"/>
            <a:r>
              <a:rPr lang="tr-TR" noProof="0" dirty="0"/>
              <a:t>Asıl metin stillerini düzenle</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3" name="Alt Bilgi Yer Tutucusu 2"/>
          <p:cNvSpPr>
            <a:spLocks noGrp="1"/>
          </p:cNvSpPr>
          <p:nvPr>
            <p:ph type="ftr" sz="quarter" idx="3"/>
          </p:nvPr>
        </p:nvSpPr>
        <p:spPr>
          <a:xfrm>
            <a:off x="7010400" y="612648"/>
            <a:ext cx="1767840" cy="457200"/>
          </a:xfrm>
          <a:prstGeom prst="rect">
            <a:avLst/>
          </a:prstGeom>
        </p:spPr>
        <p:txBody>
          <a:bodyPr vert="horz" rtlCol="0"/>
          <a:lstStyle>
            <a:lvl1pPr algn="r" eaLnBrk="1" latinLnBrk="0" hangingPunct="1">
              <a:defRPr kumimoji="0" sz="1100">
                <a:solidFill>
                  <a:schemeClr val="accent2">
                    <a:lumMod val="75000"/>
                  </a:schemeClr>
                </a:solidFill>
              </a:defRPr>
            </a:lvl1pPr>
          </a:lstStyle>
          <a:p>
            <a:pPr rtl="0"/>
            <a:r>
              <a:rPr lang="tr-TR" noProof="0" dirty="0"/>
              <a:t>Alt bilgi ekleme</a:t>
            </a:r>
          </a:p>
        </p:txBody>
      </p:sp>
      <p:sp>
        <p:nvSpPr>
          <p:cNvPr id="14" name="Tarih Yer Tutucusu 13"/>
          <p:cNvSpPr>
            <a:spLocks noGrp="1"/>
          </p:cNvSpPr>
          <p:nvPr>
            <p:ph type="dt" sz="half" idx="2"/>
          </p:nvPr>
        </p:nvSpPr>
        <p:spPr>
          <a:xfrm>
            <a:off x="8782048" y="612648"/>
            <a:ext cx="1276352" cy="457200"/>
          </a:xfrm>
          <a:prstGeom prst="rect">
            <a:avLst/>
          </a:prstGeom>
        </p:spPr>
        <p:txBody>
          <a:bodyPr vert="horz" rtlCol="0"/>
          <a:lstStyle>
            <a:lvl1pPr algn="l" eaLnBrk="1" latinLnBrk="0" hangingPunct="1">
              <a:defRPr kumimoji="0" sz="1100">
                <a:solidFill>
                  <a:schemeClr val="accent2">
                    <a:lumMod val="75000"/>
                  </a:schemeClr>
                </a:solidFill>
              </a:defRPr>
            </a:lvl1pPr>
          </a:lstStyle>
          <a:p>
            <a:fld id="{8A9E5AA4-4083-47B0-96D9-3464BE7D917D}" type="datetime1">
              <a:rPr lang="tr-TR" smtClean="0"/>
              <a:pPr/>
              <a:t>29.10.2026</a:t>
            </a:fld>
            <a:endParaRPr lang="tr-TR" dirty="0"/>
          </a:p>
        </p:txBody>
      </p:sp>
      <p:sp>
        <p:nvSpPr>
          <p:cNvPr id="23" name="Slayt Numarası Yer Tutucusu 22"/>
          <p:cNvSpPr>
            <a:spLocks noGrp="1"/>
          </p:cNvSpPr>
          <p:nvPr>
            <p:ph type="sldNum" sz="quarter" idx="4"/>
          </p:nvPr>
        </p:nvSpPr>
        <p:spPr>
          <a:xfrm>
            <a:off x="10899648" y="2272"/>
            <a:ext cx="1016000" cy="365760"/>
          </a:xfrm>
          <a:prstGeom prst="rect">
            <a:avLst/>
          </a:prstGeom>
        </p:spPr>
        <p:txBody>
          <a:bodyPr vert="horz" rtlCol="0" anchor="b"/>
          <a:lstStyle>
            <a:lvl1pPr algn="r" eaLnBrk="1" latinLnBrk="0" hangingPunct="1">
              <a:defRPr kumimoji="0" sz="1800">
                <a:solidFill>
                  <a:srgbClr val="FFFFFF"/>
                </a:solidFill>
              </a:defRPr>
            </a:lvl1pPr>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13217172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lumMod val="75000"/>
          </a:schemeClr>
        </a:buClr>
        <a:buFont typeface="Georgia"/>
        <a:buChar char="•"/>
        <a:defRPr kumimoji="0" sz="2800" kern="1200">
          <a:solidFill>
            <a:schemeClr val="tx2"/>
          </a:solidFill>
          <a:latin typeface="+mn-lt"/>
          <a:ea typeface="+mn-ea"/>
          <a:cs typeface="+mn-cs"/>
        </a:defRPr>
      </a:lvl1pPr>
      <a:lvl2pPr marL="658368" indent="-246888" algn="l" rtl="0" eaLnBrk="1" latinLnBrk="0" hangingPunct="1">
        <a:spcBef>
          <a:spcPts val="300"/>
        </a:spcBef>
        <a:buClr>
          <a:schemeClr val="accent2">
            <a:lumMod val="75000"/>
          </a:schemeClr>
        </a:buClr>
        <a:buFont typeface="Georgia"/>
        <a:buChar char="▫"/>
        <a:defRPr kumimoji="0" sz="2600" kern="1200">
          <a:solidFill>
            <a:schemeClr val="tx2"/>
          </a:solidFill>
          <a:latin typeface="+mn-lt"/>
          <a:ea typeface="+mn-ea"/>
          <a:cs typeface="+mn-cs"/>
        </a:defRPr>
      </a:lvl2pPr>
      <a:lvl3pPr marL="923544" indent="-219456" algn="l" rtl="0" eaLnBrk="1" latinLnBrk="0" hangingPunct="1">
        <a:spcBef>
          <a:spcPts val="300"/>
        </a:spcBef>
        <a:buClr>
          <a:schemeClr val="accent1">
            <a:lumMod val="50000"/>
          </a:schemeClr>
        </a:buClr>
        <a:buFont typeface="Wingdings 2" panose="05020102010507070707" pitchFamily="18" charset="2"/>
        <a:buChar char=""/>
        <a:defRPr kumimoji="0" sz="2400" kern="1200">
          <a:solidFill>
            <a:schemeClr val="tx2"/>
          </a:solidFill>
          <a:latin typeface="+mn-lt"/>
          <a:ea typeface="+mn-ea"/>
          <a:cs typeface="+mn-cs"/>
        </a:defRPr>
      </a:lvl3pPr>
      <a:lvl4pPr marL="1179576" indent="-201168" algn="l" rtl="0" eaLnBrk="1" latinLnBrk="0" hangingPunct="1">
        <a:spcBef>
          <a:spcPts val="300"/>
        </a:spcBef>
        <a:buClr>
          <a:schemeClr val="accent1">
            <a:lumMod val="50000"/>
          </a:schemeClr>
        </a:buClr>
        <a:buFont typeface="Wingdings 2" panose="05020102010507070707" pitchFamily="18" charset="2"/>
        <a:buChar char=""/>
        <a:defRPr kumimoji="0" sz="2200" kern="1200">
          <a:solidFill>
            <a:schemeClr val="tx2"/>
          </a:solidFill>
          <a:latin typeface="+mn-lt"/>
          <a:ea typeface="+mn-ea"/>
          <a:cs typeface="+mn-cs"/>
        </a:defRPr>
      </a:lvl4pPr>
      <a:lvl5pPr marL="1389888" indent="-182880" algn="l" rtl="0" eaLnBrk="1" latinLnBrk="0" hangingPunct="1">
        <a:spcBef>
          <a:spcPts val="300"/>
        </a:spcBef>
        <a:buClr>
          <a:schemeClr val="accent1">
            <a:lumMod val="50000"/>
          </a:schemeClr>
        </a:buClr>
        <a:buFont typeface="Wingdings 2" panose="05020102010507070707" pitchFamily="18" charset="2"/>
        <a:buChar char=""/>
        <a:defRPr kumimoji="0" sz="2000" kern="1200">
          <a:solidFill>
            <a:schemeClr val="tx2"/>
          </a:solidFill>
          <a:latin typeface="+mn-lt"/>
          <a:ea typeface="+mn-ea"/>
          <a:cs typeface="+mn-cs"/>
        </a:defRPr>
      </a:lvl5pPr>
      <a:lvl6pPr marL="1609344" indent="-182880" algn="l" rtl="0" eaLnBrk="1" latinLnBrk="0" hangingPunct="1">
        <a:spcBef>
          <a:spcPts val="300"/>
        </a:spcBef>
        <a:buClr>
          <a:schemeClr val="accent1">
            <a:lumMod val="50000"/>
          </a:schemeClr>
        </a:buClr>
        <a:buFont typeface="Wingdings 2" panose="05020102010507070707" pitchFamily="18" charset="2"/>
        <a:buChar char=""/>
        <a:defRPr kumimoji="0" sz="1800" kern="1200">
          <a:solidFill>
            <a:schemeClr val="tx2"/>
          </a:solidFill>
          <a:latin typeface="+mn-lt"/>
          <a:ea typeface="+mn-ea"/>
          <a:cs typeface="+mn-cs"/>
        </a:defRPr>
      </a:lvl6pPr>
      <a:lvl7pPr marL="1828800" indent="-182880" algn="l" rtl="0" eaLnBrk="1" latinLnBrk="0" hangingPunct="1">
        <a:spcBef>
          <a:spcPts val="300"/>
        </a:spcBef>
        <a:buClr>
          <a:schemeClr val="accent1">
            <a:lumMod val="50000"/>
          </a:schemeClr>
        </a:buClr>
        <a:buFont typeface="Wingdings 2" panose="05020102010507070707" pitchFamily="18" charset="2"/>
        <a:buChar char=""/>
        <a:defRPr kumimoji="0" sz="1600" kern="1200">
          <a:solidFill>
            <a:schemeClr val="tx2"/>
          </a:solidFill>
          <a:latin typeface="+mn-lt"/>
          <a:ea typeface="+mn-ea"/>
          <a:cs typeface="+mn-cs"/>
        </a:defRPr>
      </a:lvl7pPr>
      <a:lvl8pPr marL="2029968" indent="-182880" algn="l" rtl="0" eaLnBrk="1" latinLnBrk="0" hangingPunct="1">
        <a:spcBef>
          <a:spcPts val="300"/>
        </a:spcBef>
        <a:buClr>
          <a:schemeClr val="accent1">
            <a:lumMod val="50000"/>
          </a:schemeClr>
        </a:buClr>
        <a:buFont typeface="Wingdings 2" panose="05020102010507070707" pitchFamily="18" charset="2"/>
        <a:buChar char=""/>
        <a:defRPr kumimoji="0" sz="1500" kern="1200">
          <a:solidFill>
            <a:schemeClr val="tx2"/>
          </a:solidFill>
          <a:latin typeface="+mn-lt"/>
          <a:ea typeface="+mn-ea"/>
          <a:cs typeface="+mn-cs"/>
        </a:defRPr>
      </a:lvl8pPr>
      <a:lvl9pPr marL="2240280" indent="-182880" algn="l" rtl="0" eaLnBrk="1" latinLnBrk="0" hangingPunct="1">
        <a:spcBef>
          <a:spcPts val="300"/>
        </a:spcBef>
        <a:buClr>
          <a:schemeClr val="accent1">
            <a:lumMod val="50000"/>
          </a:schemeClr>
        </a:buClr>
        <a:buFont typeface="Wingdings 2" panose="05020102010507070707" pitchFamily="18" charset="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orient="horz" pos="415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example.co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rtlCol="0"/>
          <a:lstStyle/>
          <a:p>
            <a:pPr rtl="0"/>
            <a:r>
              <a:rPr lang="tr-TR" dirty="0"/>
              <a:t>Ağ ve Bilişim Güvenliği</a:t>
            </a:r>
          </a:p>
        </p:txBody>
      </p:sp>
      <p:sp>
        <p:nvSpPr>
          <p:cNvPr id="3" name="Alt Başlık 2"/>
          <p:cNvSpPr>
            <a:spLocks noGrp="1"/>
          </p:cNvSpPr>
          <p:nvPr>
            <p:ph type="subTitle" idx="1"/>
          </p:nvPr>
        </p:nvSpPr>
        <p:spPr/>
        <p:txBody>
          <a:bodyPr rtlCol="0"/>
          <a:lstStyle/>
          <a:p>
            <a:pPr rtl="0"/>
            <a:r>
              <a:rPr lang="tr-TR" dirty="0" err="1"/>
              <a:t>Öğr</a:t>
            </a:r>
            <a:r>
              <a:rPr lang="tr-TR" dirty="0"/>
              <a:t>. Gör. Zafer SERİN</a:t>
            </a:r>
          </a:p>
        </p:txBody>
      </p:sp>
    </p:spTree>
    <p:extLst>
      <p:ext uri="{BB962C8B-B14F-4D97-AF65-F5344CB8AC3E}">
        <p14:creationId xmlns:p14="http://schemas.microsoft.com/office/powerpoint/2010/main" val="706305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r>
              <a:rPr lang="tr-TR" dirty="0"/>
              <a:t>IP(INTERNET PROTOCOL) NEDİR?</a:t>
            </a:r>
          </a:p>
        </p:txBody>
      </p:sp>
      <p:sp>
        <p:nvSpPr>
          <p:cNvPr id="3" name="İçerik Yer Tutucusu 2"/>
          <p:cNvSpPr>
            <a:spLocks noGrp="1"/>
          </p:cNvSpPr>
          <p:nvPr>
            <p:ph idx="1"/>
          </p:nvPr>
        </p:nvSpPr>
        <p:spPr/>
        <p:txBody>
          <a:bodyPr rtlCol="0">
            <a:normAutofit lnSpcReduction="10000"/>
          </a:bodyPr>
          <a:lstStyle/>
          <a:p>
            <a:pPr algn="just"/>
            <a:r>
              <a:rPr lang="tr-TR" dirty="0"/>
              <a:t>IP (Internet Protokolü), internet ve diğer ağlar üzerinde cihazlar arasında veri iletişimi sağlamak için kullanılan temel bir protokoldür. IP, verilerin ağ üzerinden nasıl yönlendirileceğini ve teslim edileceğini tanımlayan kuralları belirler. IP, verileri paketlere böler ve bu paketleri hedefe ulaştırmak için gerekli yönlendirme bilgilerini ekler.</a:t>
            </a:r>
          </a:p>
          <a:p>
            <a:pPr algn="just"/>
            <a:r>
              <a:rPr lang="tr-TR" b="1" dirty="0"/>
              <a:t>IP Adresi</a:t>
            </a:r>
            <a:r>
              <a:rPr lang="tr-TR" dirty="0"/>
              <a:t>: Her cihazın ağ üzerinde benzersiz bir tanımlayıcısıdır. IP adresi, genellikle dört bölümden oluşan bir sayı dizisidir (örneğin, 192.168.1.1).</a:t>
            </a:r>
          </a:p>
          <a:p>
            <a:pPr algn="just"/>
            <a:r>
              <a:rPr lang="tr-TR" b="1" dirty="0"/>
              <a:t>IPv4 ve IPv6</a:t>
            </a:r>
            <a:r>
              <a:rPr lang="tr-TR" dirty="0"/>
              <a:t>: İki ana IP adresleme sürümü vardır. IPv4, 32 bitlik adresler kullanırken, IPv6, 128 bitlik adresler kullanarak daha fazla adresleme kapasitesi sunar.</a:t>
            </a:r>
          </a:p>
          <a:p>
            <a:endParaRPr lang="tr-TR" dirty="0"/>
          </a:p>
          <a:p>
            <a:endParaRPr lang="tr-TR" dirty="0"/>
          </a:p>
          <a:p>
            <a:endParaRPr lang="tr-TR" dirty="0"/>
          </a:p>
          <a:p>
            <a:pPr marL="109728" indent="0">
              <a:buNone/>
            </a:pPr>
            <a:endParaRPr lang="tr-TR" dirty="0"/>
          </a:p>
        </p:txBody>
      </p:sp>
    </p:spTree>
    <p:extLst>
      <p:ext uri="{BB962C8B-B14F-4D97-AF65-F5344CB8AC3E}">
        <p14:creationId xmlns:p14="http://schemas.microsoft.com/office/powerpoint/2010/main" val="2928916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r>
              <a:rPr lang="tr-TR" dirty="0"/>
              <a:t>IP(INTERNET PROTOCOL) NEDİR?</a:t>
            </a:r>
          </a:p>
        </p:txBody>
      </p:sp>
      <p:pic>
        <p:nvPicPr>
          <p:cNvPr id="1026" name="Picture 2" descr="https://encrypted-tbn0.gstatic.com/images?q=tbn:ANd9GcTm85FFXYkM_b7NS_tOjDsWstpztR1LghIevw&amp;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2251" y="2209800"/>
            <a:ext cx="4807497" cy="2351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3161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r>
              <a:rPr lang="tr-TR" dirty="0"/>
              <a:t>MAC(MEDIA ACCESS CONTROL) NEDİR?</a:t>
            </a:r>
          </a:p>
        </p:txBody>
      </p:sp>
      <p:sp>
        <p:nvSpPr>
          <p:cNvPr id="3" name="İçerik Yer Tutucusu 2"/>
          <p:cNvSpPr>
            <a:spLocks noGrp="1"/>
          </p:cNvSpPr>
          <p:nvPr>
            <p:ph idx="1"/>
          </p:nvPr>
        </p:nvSpPr>
        <p:spPr/>
        <p:txBody>
          <a:bodyPr rtlCol="0">
            <a:normAutofit/>
          </a:bodyPr>
          <a:lstStyle/>
          <a:p>
            <a:pPr algn="just"/>
            <a:r>
              <a:rPr lang="tr-TR" dirty="0"/>
              <a:t>MAC (Media Access Control) adresi, ağ arabirim kartlarının (NIC - Network </a:t>
            </a:r>
            <a:r>
              <a:rPr lang="tr-TR" dirty="0" err="1"/>
              <a:t>Interface</a:t>
            </a:r>
            <a:r>
              <a:rPr lang="tr-TR" dirty="0"/>
              <a:t> </a:t>
            </a:r>
            <a:r>
              <a:rPr lang="tr-TR" dirty="0" err="1"/>
              <a:t>Card</a:t>
            </a:r>
            <a:r>
              <a:rPr lang="tr-TR" dirty="0"/>
              <a:t>) fiziksel olarak benzersiz tanımlayıcısıdır. Her ağ cihazı, üretici tarafından atanan ve cihazın donanımına sabit olarak bağlı olan bir MAC adresine sahiptir. MAC adresi, ağ üzerindeki cihazların birbirleriyle iletişim kurması için kullanılır ve 48 bittir.</a:t>
            </a:r>
          </a:p>
          <a:p>
            <a:pPr algn="just"/>
            <a:r>
              <a:rPr lang="tr-TR" dirty="0"/>
              <a:t>Her MAC adresi, dünya çapında benzersizdir. Bu, aynı ağda veya farklı ağlarda iki cihazın aynı MAC adresine sahip olmamasını sağlar.</a:t>
            </a:r>
          </a:p>
          <a:p>
            <a:pPr algn="just"/>
            <a:r>
              <a:rPr lang="tr-TR" dirty="0"/>
              <a:t>MAC adresi, genellikle 12 karakterlik bir </a:t>
            </a:r>
            <a:r>
              <a:rPr lang="tr-TR" dirty="0" err="1"/>
              <a:t>hexadecimal</a:t>
            </a:r>
            <a:r>
              <a:rPr lang="tr-TR" dirty="0"/>
              <a:t> (onaltılık) sayı dizisidir. Örneğin: 00:1A:2B:3C:4D:5E</a:t>
            </a:r>
          </a:p>
          <a:p>
            <a:pPr algn="just"/>
            <a:endParaRPr lang="tr-TR" dirty="0"/>
          </a:p>
          <a:p>
            <a:pPr algn="just"/>
            <a:endParaRPr lang="tr-TR" dirty="0"/>
          </a:p>
          <a:p>
            <a:pPr algn="just"/>
            <a:endParaRPr lang="tr-TR" dirty="0"/>
          </a:p>
          <a:p>
            <a:pPr marL="109728" indent="0" algn="just">
              <a:buNone/>
            </a:pPr>
            <a:endParaRPr lang="tr-TR" dirty="0"/>
          </a:p>
        </p:txBody>
      </p:sp>
    </p:spTree>
    <p:extLst>
      <p:ext uri="{BB962C8B-B14F-4D97-AF65-F5344CB8AC3E}">
        <p14:creationId xmlns:p14="http://schemas.microsoft.com/office/powerpoint/2010/main" val="199085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r>
              <a:rPr lang="tr-TR" dirty="0"/>
              <a:t>MAC(MEDIA ACCESS CONTROL) NEDİR?</a:t>
            </a:r>
          </a:p>
        </p:txBody>
      </p:sp>
      <p:pic>
        <p:nvPicPr>
          <p:cNvPr id="2050" name="Picture 2" descr="What is a mac address? | MAC Address Lookup | MAC Examp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0" y="2209800"/>
            <a:ext cx="5143500" cy="3867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903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r>
              <a:rPr lang="tr-TR" dirty="0"/>
              <a:t>DNS(DOMAIN NAME SYSTEM) NEDİR?</a:t>
            </a:r>
          </a:p>
        </p:txBody>
      </p:sp>
      <p:sp>
        <p:nvSpPr>
          <p:cNvPr id="3" name="İçerik Yer Tutucusu 2"/>
          <p:cNvSpPr>
            <a:spLocks noGrp="1"/>
          </p:cNvSpPr>
          <p:nvPr>
            <p:ph idx="1"/>
          </p:nvPr>
        </p:nvSpPr>
        <p:spPr/>
        <p:txBody>
          <a:bodyPr rtlCol="0">
            <a:normAutofit/>
          </a:bodyPr>
          <a:lstStyle/>
          <a:p>
            <a:pPr algn="just"/>
            <a:r>
              <a:rPr lang="tr-TR" dirty="0"/>
              <a:t>DNS (Domain Name </a:t>
            </a:r>
            <a:r>
              <a:rPr lang="tr-TR" dirty="0" err="1"/>
              <a:t>System</a:t>
            </a:r>
            <a:r>
              <a:rPr lang="tr-TR" dirty="0"/>
              <a:t>), internet üzerindeki alan adlarını (örneğin, </a:t>
            </a:r>
            <a:r>
              <a:rPr lang="tr-TR" dirty="0">
                <a:hlinkClick r:id="rId3"/>
              </a:rPr>
              <a:t>www.example.com</a:t>
            </a:r>
            <a:r>
              <a:rPr lang="tr-TR" dirty="0"/>
              <a:t>) IP adreslerine (örneğin, 192.0.2.1) çeviren bir sistemdir. DNS, internetin "telefon rehberi" olarak düşünülebilir ve kullanıcıların alan adlarını hatırlamasını ve bu adlar aracılığıyla web sitelerine erişmesini sağlar.</a:t>
            </a:r>
          </a:p>
          <a:p>
            <a:endParaRPr lang="tr-TR" dirty="0"/>
          </a:p>
          <a:p>
            <a:endParaRPr lang="tr-TR" dirty="0"/>
          </a:p>
          <a:p>
            <a:pPr marL="109728" indent="0">
              <a:buNone/>
            </a:pPr>
            <a:endParaRPr lang="tr-TR" dirty="0"/>
          </a:p>
        </p:txBody>
      </p:sp>
    </p:spTree>
    <p:extLst>
      <p:ext uri="{BB962C8B-B14F-4D97-AF65-F5344CB8AC3E}">
        <p14:creationId xmlns:p14="http://schemas.microsoft.com/office/powerpoint/2010/main" val="1904971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r>
              <a:rPr lang="tr-TR" dirty="0"/>
              <a:t>DNS(DOMAIN NAME SYSTEM) NEDİR?</a:t>
            </a:r>
          </a:p>
        </p:txBody>
      </p:sp>
      <p:pic>
        <p:nvPicPr>
          <p:cNvPr id="3074" name="Picture 2" descr="What is D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2004" y="2209800"/>
            <a:ext cx="8847992" cy="4194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6023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pPr rtl="0"/>
            <a:r>
              <a:rPr lang="tr-TR" dirty="0"/>
              <a:t>OSI(OPEN SYSTEM INTERCONNECTION) MODELİ</a:t>
            </a:r>
          </a:p>
        </p:txBody>
      </p:sp>
      <p:sp>
        <p:nvSpPr>
          <p:cNvPr id="3" name="İçerik Yer Tutucusu 2"/>
          <p:cNvSpPr>
            <a:spLocks noGrp="1"/>
          </p:cNvSpPr>
          <p:nvPr>
            <p:ph idx="1"/>
          </p:nvPr>
        </p:nvSpPr>
        <p:spPr/>
        <p:txBody>
          <a:bodyPr rtlCol="0">
            <a:normAutofit lnSpcReduction="10000"/>
          </a:bodyPr>
          <a:lstStyle/>
          <a:p>
            <a:r>
              <a:rPr lang="tr-TR" dirty="0"/>
              <a:t>OSI (Open </a:t>
            </a:r>
            <a:r>
              <a:rPr lang="tr-TR" dirty="0" err="1"/>
              <a:t>Systems</a:t>
            </a:r>
            <a:r>
              <a:rPr lang="tr-TR" dirty="0"/>
              <a:t> </a:t>
            </a:r>
            <a:r>
              <a:rPr lang="tr-TR" dirty="0" err="1"/>
              <a:t>Interconnection</a:t>
            </a:r>
            <a:r>
              <a:rPr lang="tr-TR" dirty="0"/>
              <a:t>) modeli, bilgisayar ağlarında farklı cihazların ve sistemlerin birbiriyle iletişim kurmasını sağlayan bir referans modelidir. Bu model, ağ iletişiminin yedi farklı katmana ayrıldığını öne sürer. Her katman, belirli bir işlevi yerine getirir ve diğer katmanlarla iletişim kurar. OSI modelinin katmanları şunlardır: Fiziksel Katman(</a:t>
            </a:r>
            <a:r>
              <a:rPr lang="tr-TR" dirty="0" err="1"/>
              <a:t>Physical</a:t>
            </a:r>
            <a:r>
              <a:rPr lang="tr-TR" dirty="0"/>
              <a:t> </a:t>
            </a:r>
            <a:r>
              <a:rPr lang="tr-TR" dirty="0" err="1"/>
              <a:t>Layer</a:t>
            </a:r>
            <a:r>
              <a:rPr lang="tr-TR" dirty="0"/>
              <a:t>), Veri Bağlantı Katmanı(Data Link </a:t>
            </a:r>
            <a:r>
              <a:rPr lang="tr-TR" dirty="0" err="1"/>
              <a:t>Layere</a:t>
            </a:r>
            <a:r>
              <a:rPr lang="tr-TR" dirty="0"/>
              <a:t>), Ağ Katmanı(Network </a:t>
            </a:r>
            <a:r>
              <a:rPr lang="tr-TR" dirty="0" err="1"/>
              <a:t>Layer</a:t>
            </a:r>
            <a:r>
              <a:rPr lang="tr-TR" dirty="0"/>
              <a:t>), Taşıma Katmanı(Transport </a:t>
            </a:r>
            <a:r>
              <a:rPr lang="tr-TR" dirty="0" err="1"/>
              <a:t>Layer</a:t>
            </a:r>
            <a:r>
              <a:rPr lang="tr-TR" dirty="0"/>
              <a:t>), Oturum Katmanı(</a:t>
            </a:r>
            <a:r>
              <a:rPr lang="tr-TR" dirty="0" err="1"/>
              <a:t>Session</a:t>
            </a:r>
            <a:r>
              <a:rPr lang="tr-TR" dirty="0"/>
              <a:t> </a:t>
            </a:r>
            <a:r>
              <a:rPr lang="tr-TR" dirty="0" err="1"/>
              <a:t>Layer</a:t>
            </a:r>
            <a:r>
              <a:rPr lang="tr-TR" dirty="0"/>
              <a:t>), Sunum Katmanı(Presentation </a:t>
            </a:r>
            <a:r>
              <a:rPr lang="tr-TR" dirty="0" err="1"/>
              <a:t>Layer</a:t>
            </a:r>
            <a:r>
              <a:rPr lang="tr-TR" dirty="0"/>
              <a:t>), Uygulama Katmanı(Application </a:t>
            </a:r>
            <a:r>
              <a:rPr lang="tr-TR" dirty="0" err="1"/>
              <a:t>Layer</a:t>
            </a:r>
            <a:r>
              <a:rPr lang="tr-TR" dirty="0"/>
              <a:t>)</a:t>
            </a:r>
            <a:br>
              <a:rPr lang="tr-TR" dirty="0"/>
            </a:br>
            <a:endParaRPr lang="tr-TR" dirty="0"/>
          </a:p>
        </p:txBody>
      </p:sp>
    </p:spTree>
    <p:extLst>
      <p:ext uri="{BB962C8B-B14F-4D97-AF65-F5344CB8AC3E}">
        <p14:creationId xmlns:p14="http://schemas.microsoft.com/office/powerpoint/2010/main" val="3925837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pPr rtl="0"/>
            <a:r>
              <a:rPr lang="tr-TR" dirty="0"/>
              <a:t>1 - FİZİKSEL KATMAN</a:t>
            </a:r>
          </a:p>
        </p:txBody>
      </p:sp>
      <p:sp>
        <p:nvSpPr>
          <p:cNvPr id="3" name="İçerik Yer Tutucusu 2"/>
          <p:cNvSpPr>
            <a:spLocks noGrp="1"/>
          </p:cNvSpPr>
          <p:nvPr>
            <p:ph idx="1"/>
          </p:nvPr>
        </p:nvSpPr>
        <p:spPr/>
        <p:txBody>
          <a:bodyPr rtlCol="0">
            <a:normAutofit/>
          </a:bodyPr>
          <a:lstStyle/>
          <a:p>
            <a:r>
              <a:rPr lang="tr-TR" b="1" dirty="0"/>
              <a:t>İşlevi</a:t>
            </a:r>
            <a:r>
              <a:rPr lang="tr-TR" dirty="0"/>
              <a:t>: Verilerin fiziksel ortam üzerinden iletilmesini sağlar. Bu katman, elektrik sinyalleri, ışık sinyalleri veya radyo dalgaları gibi fiziksel iletişim yöntemlerini kullanır.</a:t>
            </a:r>
          </a:p>
          <a:p>
            <a:r>
              <a:rPr lang="tr-TR" b="1" dirty="0"/>
              <a:t>Kullanım Alanı</a:t>
            </a:r>
            <a:r>
              <a:rPr lang="tr-TR" dirty="0"/>
              <a:t>: Kablo, fiber optik, antenler ve diğer fiziksel bağlantılar.</a:t>
            </a:r>
            <a:br>
              <a:rPr lang="tr-TR" dirty="0"/>
            </a:br>
            <a:endParaRPr lang="tr-TR" dirty="0"/>
          </a:p>
        </p:txBody>
      </p:sp>
    </p:spTree>
    <p:extLst>
      <p:ext uri="{BB962C8B-B14F-4D97-AF65-F5344CB8AC3E}">
        <p14:creationId xmlns:p14="http://schemas.microsoft.com/office/powerpoint/2010/main" val="3584011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pPr rtl="0"/>
            <a:r>
              <a:rPr lang="tr-TR" dirty="0"/>
              <a:t>2 - VERİ BAĞLANTI KATMANI</a:t>
            </a:r>
          </a:p>
        </p:txBody>
      </p:sp>
      <p:sp>
        <p:nvSpPr>
          <p:cNvPr id="3" name="İçerik Yer Tutucusu 2"/>
          <p:cNvSpPr>
            <a:spLocks noGrp="1"/>
          </p:cNvSpPr>
          <p:nvPr>
            <p:ph idx="1"/>
          </p:nvPr>
        </p:nvSpPr>
        <p:spPr/>
        <p:txBody>
          <a:bodyPr rtlCol="0">
            <a:normAutofit/>
          </a:bodyPr>
          <a:lstStyle/>
          <a:p>
            <a:r>
              <a:rPr lang="tr-TR" b="1" dirty="0"/>
              <a:t>İşlevi</a:t>
            </a:r>
            <a:r>
              <a:rPr lang="tr-TR" dirty="0"/>
              <a:t>: Fiziksel katman üzerinden alınan ham verileri çerçeveleme ve hata kontrolü sağlar. Bu katman, veri paketlerinin güvenli bir şekilde iletilmesini ve alınmasını sağlar.</a:t>
            </a:r>
          </a:p>
          <a:p>
            <a:r>
              <a:rPr lang="tr-TR" b="1" dirty="0"/>
              <a:t>Kullanım Alanı</a:t>
            </a:r>
            <a:r>
              <a:rPr lang="tr-TR" dirty="0"/>
              <a:t>: Ethernet, </a:t>
            </a:r>
            <a:r>
              <a:rPr lang="tr-TR" dirty="0" err="1"/>
              <a:t>Wi</a:t>
            </a:r>
            <a:r>
              <a:rPr lang="tr-TR" dirty="0"/>
              <a:t>-Fi, MAC adresleri.</a:t>
            </a:r>
            <a:br>
              <a:rPr lang="tr-TR" dirty="0"/>
            </a:br>
            <a:endParaRPr lang="tr-TR" dirty="0"/>
          </a:p>
        </p:txBody>
      </p:sp>
    </p:spTree>
    <p:extLst>
      <p:ext uri="{BB962C8B-B14F-4D97-AF65-F5344CB8AC3E}">
        <p14:creationId xmlns:p14="http://schemas.microsoft.com/office/powerpoint/2010/main" val="410840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pPr rtl="0"/>
            <a:r>
              <a:rPr lang="tr-TR" dirty="0"/>
              <a:t>3 - AĞ KATMANI</a:t>
            </a:r>
          </a:p>
        </p:txBody>
      </p:sp>
      <p:sp>
        <p:nvSpPr>
          <p:cNvPr id="3" name="İçerik Yer Tutucusu 2"/>
          <p:cNvSpPr>
            <a:spLocks noGrp="1"/>
          </p:cNvSpPr>
          <p:nvPr>
            <p:ph idx="1"/>
          </p:nvPr>
        </p:nvSpPr>
        <p:spPr/>
        <p:txBody>
          <a:bodyPr rtlCol="0">
            <a:normAutofit/>
          </a:bodyPr>
          <a:lstStyle/>
          <a:p>
            <a:r>
              <a:rPr lang="tr-TR" b="1" dirty="0"/>
              <a:t>İşlevi</a:t>
            </a:r>
            <a:r>
              <a:rPr lang="tr-TR" dirty="0"/>
              <a:t>: Veri paketlerinin kaynaktan hedefe en uygun yoldan iletilmesini sağlar. Bu katman, yönlendirme ve adresleme işlevlerini yerine getirir.</a:t>
            </a:r>
          </a:p>
          <a:p>
            <a:r>
              <a:rPr lang="tr-TR" b="1" dirty="0"/>
              <a:t>Kullanım Alanı</a:t>
            </a:r>
            <a:r>
              <a:rPr lang="tr-TR" dirty="0"/>
              <a:t>: IP adresleri, yönlendiriciler, NAT (Network </a:t>
            </a:r>
            <a:r>
              <a:rPr lang="tr-TR" dirty="0" err="1"/>
              <a:t>Address</a:t>
            </a:r>
            <a:r>
              <a:rPr lang="tr-TR" dirty="0"/>
              <a:t> </a:t>
            </a:r>
            <a:r>
              <a:rPr lang="tr-TR" dirty="0" err="1"/>
              <a:t>Translation</a:t>
            </a:r>
            <a:r>
              <a:rPr lang="tr-TR" dirty="0"/>
              <a:t>).</a:t>
            </a:r>
            <a:br>
              <a:rPr lang="tr-TR" dirty="0"/>
            </a:br>
            <a:endParaRPr lang="tr-TR" dirty="0"/>
          </a:p>
        </p:txBody>
      </p:sp>
    </p:spTree>
    <p:extLst>
      <p:ext uri="{BB962C8B-B14F-4D97-AF65-F5344CB8AC3E}">
        <p14:creationId xmlns:p14="http://schemas.microsoft.com/office/powerpoint/2010/main" val="2906482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pPr rtl="0"/>
            <a:r>
              <a:rPr lang="tr-TR" dirty="0"/>
              <a:t>4 - TAŞIMA KATMANI</a:t>
            </a:r>
          </a:p>
        </p:txBody>
      </p:sp>
      <p:sp>
        <p:nvSpPr>
          <p:cNvPr id="3" name="İçerik Yer Tutucusu 2"/>
          <p:cNvSpPr>
            <a:spLocks noGrp="1"/>
          </p:cNvSpPr>
          <p:nvPr>
            <p:ph idx="1"/>
          </p:nvPr>
        </p:nvSpPr>
        <p:spPr/>
        <p:txBody>
          <a:bodyPr rtlCol="0">
            <a:normAutofit/>
          </a:bodyPr>
          <a:lstStyle/>
          <a:p>
            <a:r>
              <a:rPr lang="tr-TR" b="1" dirty="0"/>
              <a:t>İşlevi</a:t>
            </a:r>
            <a:r>
              <a:rPr lang="tr-TR" dirty="0"/>
              <a:t>: Uçtan uca veri iletimi sağlar ve veri akışının güvenilirliğini kontrol eder. Bu katman, hata kontrolü, akış kontrolü ve </a:t>
            </a:r>
            <a:r>
              <a:rPr lang="tr-TR" dirty="0" err="1"/>
              <a:t>segmentasyon</a:t>
            </a:r>
            <a:r>
              <a:rPr lang="tr-TR" dirty="0"/>
              <a:t> işlevlerini yerine getirir.</a:t>
            </a:r>
          </a:p>
          <a:p>
            <a:r>
              <a:rPr lang="tr-TR" b="1" dirty="0"/>
              <a:t>Kullanım Alanı</a:t>
            </a:r>
            <a:r>
              <a:rPr lang="tr-TR" dirty="0"/>
              <a:t>: TCP (</a:t>
            </a:r>
            <a:r>
              <a:rPr lang="tr-TR" dirty="0" err="1"/>
              <a:t>Transmission</a:t>
            </a:r>
            <a:r>
              <a:rPr lang="tr-TR" dirty="0"/>
              <a:t> Control Protocol), UDP (User </a:t>
            </a:r>
            <a:r>
              <a:rPr lang="tr-TR" dirty="0" err="1"/>
              <a:t>Datagram</a:t>
            </a:r>
            <a:r>
              <a:rPr lang="tr-TR" dirty="0"/>
              <a:t> Protocol).</a:t>
            </a:r>
            <a:br>
              <a:rPr lang="tr-TR" dirty="0"/>
            </a:br>
            <a:endParaRPr lang="tr-TR" dirty="0"/>
          </a:p>
        </p:txBody>
      </p:sp>
    </p:spTree>
    <p:extLst>
      <p:ext uri="{BB962C8B-B14F-4D97-AF65-F5344CB8AC3E}">
        <p14:creationId xmlns:p14="http://schemas.microsoft.com/office/powerpoint/2010/main" val="516012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pPr rtl="0"/>
            <a:r>
              <a:rPr lang="tr-TR" dirty="0"/>
              <a:t>5 - OTURUM KATMANI</a:t>
            </a:r>
          </a:p>
        </p:txBody>
      </p:sp>
      <p:sp>
        <p:nvSpPr>
          <p:cNvPr id="3" name="İçerik Yer Tutucusu 2"/>
          <p:cNvSpPr>
            <a:spLocks noGrp="1"/>
          </p:cNvSpPr>
          <p:nvPr>
            <p:ph idx="1"/>
          </p:nvPr>
        </p:nvSpPr>
        <p:spPr/>
        <p:txBody>
          <a:bodyPr rtlCol="0">
            <a:normAutofit/>
          </a:bodyPr>
          <a:lstStyle/>
          <a:p>
            <a:r>
              <a:rPr lang="tr-TR" b="1" dirty="0"/>
              <a:t>İşlevi</a:t>
            </a:r>
            <a:r>
              <a:rPr lang="tr-TR" dirty="0"/>
              <a:t>: İki cihaz arasında oturum (</a:t>
            </a:r>
            <a:r>
              <a:rPr lang="tr-TR" dirty="0" err="1"/>
              <a:t>session</a:t>
            </a:r>
            <a:r>
              <a:rPr lang="tr-TR" dirty="0"/>
              <a:t>) kurulmasını, sürdürülmesini ve sonlandırılmasını sağlar. Bu katman, oturum yönetimi ve senkronizasyon işlevlerini yerine getirir.</a:t>
            </a:r>
          </a:p>
          <a:p>
            <a:r>
              <a:rPr lang="tr-TR" b="1" dirty="0"/>
              <a:t>Kullanım Alanı</a:t>
            </a:r>
            <a:r>
              <a:rPr lang="tr-TR" dirty="0"/>
              <a:t>: RPC (Remote </a:t>
            </a:r>
            <a:r>
              <a:rPr lang="tr-TR" dirty="0" err="1"/>
              <a:t>Procedure</a:t>
            </a:r>
            <a:r>
              <a:rPr lang="tr-TR" dirty="0"/>
              <a:t> Call), </a:t>
            </a:r>
            <a:r>
              <a:rPr lang="tr-TR" dirty="0" err="1"/>
              <a:t>NetBIOS</a:t>
            </a:r>
            <a:r>
              <a:rPr lang="tr-TR" dirty="0"/>
              <a:t>.</a:t>
            </a:r>
            <a:br>
              <a:rPr lang="tr-TR" dirty="0"/>
            </a:br>
            <a:endParaRPr lang="tr-TR" dirty="0"/>
          </a:p>
        </p:txBody>
      </p:sp>
    </p:spTree>
    <p:extLst>
      <p:ext uri="{BB962C8B-B14F-4D97-AF65-F5344CB8AC3E}">
        <p14:creationId xmlns:p14="http://schemas.microsoft.com/office/powerpoint/2010/main" val="2406597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pPr rtl="0"/>
            <a:r>
              <a:rPr lang="tr-TR" dirty="0"/>
              <a:t>6 - SUNUM KATMANI</a:t>
            </a:r>
          </a:p>
        </p:txBody>
      </p:sp>
      <p:sp>
        <p:nvSpPr>
          <p:cNvPr id="3" name="İçerik Yer Tutucusu 2"/>
          <p:cNvSpPr>
            <a:spLocks noGrp="1"/>
          </p:cNvSpPr>
          <p:nvPr>
            <p:ph idx="1"/>
          </p:nvPr>
        </p:nvSpPr>
        <p:spPr/>
        <p:txBody>
          <a:bodyPr rtlCol="0">
            <a:normAutofit/>
          </a:bodyPr>
          <a:lstStyle/>
          <a:p>
            <a:r>
              <a:rPr lang="tr-TR" b="1" dirty="0"/>
              <a:t>İşlevi</a:t>
            </a:r>
            <a:r>
              <a:rPr lang="tr-TR" dirty="0"/>
              <a:t>: Verilerin uygulama katmanından alınıp, ağa uygun bir biçime dönüştürülmesini sağlar. Bu katman, veri şifreleme, sıkıştırma ve karakter kodlaması gibi işlevleri yerine getirir.</a:t>
            </a:r>
          </a:p>
          <a:p>
            <a:r>
              <a:rPr lang="tr-TR" b="1" dirty="0"/>
              <a:t>Kullanım Alanı</a:t>
            </a:r>
            <a:r>
              <a:rPr lang="tr-TR" dirty="0"/>
              <a:t>: SSL/TLS, JPEG, MPEG.</a:t>
            </a:r>
            <a:br>
              <a:rPr lang="tr-TR" dirty="0"/>
            </a:br>
            <a:endParaRPr lang="tr-TR" dirty="0"/>
          </a:p>
        </p:txBody>
      </p:sp>
    </p:spTree>
    <p:extLst>
      <p:ext uri="{BB962C8B-B14F-4D97-AF65-F5344CB8AC3E}">
        <p14:creationId xmlns:p14="http://schemas.microsoft.com/office/powerpoint/2010/main" val="999979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pPr rtl="0"/>
            <a:r>
              <a:rPr lang="tr-TR" dirty="0"/>
              <a:t>7 - UYGULAMA KATMANI</a:t>
            </a:r>
          </a:p>
        </p:txBody>
      </p:sp>
      <p:sp>
        <p:nvSpPr>
          <p:cNvPr id="3" name="İçerik Yer Tutucusu 2"/>
          <p:cNvSpPr>
            <a:spLocks noGrp="1"/>
          </p:cNvSpPr>
          <p:nvPr>
            <p:ph idx="1"/>
          </p:nvPr>
        </p:nvSpPr>
        <p:spPr/>
        <p:txBody>
          <a:bodyPr rtlCol="0">
            <a:normAutofit/>
          </a:bodyPr>
          <a:lstStyle/>
          <a:p>
            <a:r>
              <a:rPr lang="tr-TR" b="1" dirty="0"/>
              <a:t>İşlevi</a:t>
            </a:r>
            <a:r>
              <a:rPr lang="tr-TR" dirty="0"/>
              <a:t>: Son kullanıcıya doğrudan hizmet veren katmandır. Bu katman, e-posta, dosya aktarımı, web taraması gibi uygulamaların iletişimini sağlar.</a:t>
            </a:r>
          </a:p>
          <a:p>
            <a:r>
              <a:rPr lang="tr-TR" b="1"/>
              <a:t>Kullanım Alanı</a:t>
            </a:r>
            <a:r>
              <a:rPr lang="tr-TR"/>
              <a:t>: HTTP, FTP, SMTP, DNS.</a:t>
            </a:r>
            <a:br>
              <a:rPr lang="tr-TR" dirty="0"/>
            </a:br>
            <a:endParaRPr lang="tr-TR" dirty="0"/>
          </a:p>
        </p:txBody>
      </p:sp>
    </p:spTree>
    <p:extLst>
      <p:ext uri="{BB962C8B-B14F-4D97-AF65-F5344CB8AC3E}">
        <p14:creationId xmlns:p14="http://schemas.microsoft.com/office/powerpoint/2010/main" val="1505474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pPr rtl="0"/>
            <a:r>
              <a:rPr lang="tr-TR" dirty="0"/>
              <a:t>OSI MODELİ</a:t>
            </a:r>
          </a:p>
        </p:txBody>
      </p:sp>
      <p:pic>
        <p:nvPicPr>
          <p:cNvPr id="1026" name="Picture 2" descr="https://i0.wp.com/bbsteknoloji.com/wp-content/uploads/2021/01/PreviewImage_OSI-model.png?resize=710%2C722&amp;ssl=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8995" y="2209800"/>
            <a:ext cx="4434010" cy="4508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1380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pPr rtl="0"/>
            <a:r>
              <a:rPr lang="tr-TR" dirty="0"/>
              <a:t>TCP ve UDP</a:t>
            </a:r>
          </a:p>
        </p:txBody>
      </p:sp>
      <p:sp>
        <p:nvSpPr>
          <p:cNvPr id="3" name="İçerik Yer Tutucusu 2"/>
          <p:cNvSpPr>
            <a:spLocks noGrp="1"/>
          </p:cNvSpPr>
          <p:nvPr>
            <p:ph idx="1"/>
          </p:nvPr>
        </p:nvSpPr>
        <p:spPr/>
        <p:txBody>
          <a:bodyPr rtlCol="0">
            <a:normAutofit/>
          </a:bodyPr>
          <a:lstStyle/>
          <a:p>
            <a:r>
              <a:rPr lang="tr-TR" dirty="0"/>
              <a:t>TCP (</a:t>
            </a:r>
            <a:r>
              <a:rPr lang="tr-TR" dirty="0" err="1"/>
              <a:t>Transmission</a:t>
            </a:r>
            <a:r>
              <a:rPr lang="tr-TR" dirty="0"/>
              <a:t> Control Protocol) ve UDP (User </a:t>
            </a:r>
            <a:r>
              <a:rPr lang="tr-TR" dirty="0" err="1"/>
              <a:t>Datagram</a:t>
            </a:r>
            <a:r>
              <a:rPr lang="tr-TR" dirty="0"/>
              <a:t> Protocol), ağ iletişiminde kullanılan iki temel protokoldür. Her ikisi de Taşıma </a:t>
            </a:r>
            <a:r>
              <a:rPr lang="tr-TR" dirty="0" err="1"/>
              <a:t>Katmanı'nda</a:t>
            </a:r>
            <a:r>
              <a:rPr lang="tr-TR" dirty="0"/>
              <a:t> (Transport </a:t>
            </a:r>
            <a:r>
              <a:rPr lang="tr-TR" dirty="0" err="1"/>
              <a:t>Layer</a:t>
            </a:r>
            <a:r>
              <a:rPr lang="tr-TR" dirty="0"/>
              <a:t>) çalışır ve veri iletimi için farklı yaklaşımlar sunar.</a:t>
            </a:r>
            <a:br>
              <a:rPr lang="tr-TR" dirty="0"/>
            </a:br>
            <a:endParaRPr lang="tr-TR" dirty="0"/>
          </a:p>
        </p:txBody>
      </p:sp>
    </p:spTree>
    <p:extLst>
      <p:ext uri="{BB962C8B-B14F-4D97-AF65-F5344CB8AC3E}">
        <p14:creationId xmlns:p14="http://schemas.microsoft.com/office/powerpoint/2010/main" val="4167632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pPr rtl="0"/>
            <a:r>
              <a:rPr lang="tr-TR" dirty="0"/>
              <a:t>TCP ve UDP</a:t>
            </a:r>
          </a:p>
        </p:txBody>
      </p:sp>
      <p:sp>
        <p:nvSpPr>
          <p:cNvPr id="3" name="İçerik Yer Tutucusu 2"/>
          <p:cNvSpPr>
            <a:spLocks noGrp="1"/>
          </p:cNvSpPr>
          <p:nvPr>
            <p:ph idx="1"/>
          </p:nvPr>
        </p:nvSpPr>
        <p:spPr/>
        <p:txBody>
          <a:bodyPr rtlCol="0">
            <a:normAutofit/>
          </a:bodyPr>
          <a:lstStyle/>
          <a:p>
            <a:pPr marL="109728" indent="0">
              <a:buNone/>
            </a:pPr>
            <a:br>
              <a:rPr lang="tr-TR" dirty="0"/>
            </a:br>
            <a:endParaRPr lang="tr-TR" dirty="0"/>
          </a:p>
        </p:txBody>
      </p:sp>
      <p:graphicFrame>
        <p:nvGraphicFramePr>
          <p:cNvPr id="4" name="Tablo 3"/>
          <p:cNvGraphicFramePr>
            <a:graphicFrameLocks noGrp="1"/>
          </p:cNvGraphicFramePr>
          <p:nvPr>
            <p:extLst>
              <p:ext uri="{D42A27DB-BD31-4B8C-83A1-F6EECF244321}">
                <p14:modId xmlns:p14="http://schemas.microsoft.com/office/powerpoint/2010/main" val="76826271"/>
              </p:ext>
            </p:extLst>
          </p:nvPr>
        </p:nvGraphicFramePr>
        <p:xfrm>
          <a:off x="1544053" y="2241466"/>
          <a:ext cx="9103893" cy="3807328"/>
        </p:xfrm>
        <a:graphic>
          <a:graphicData uri="http://schemas.openxmlformats.org/drawingml/2006/table">
            <a:tbl>
              <a:tblPr/>
              <a:tblGrid>
                <a:gridCol w="3034631">
                  <a:extLst>
                    <a:ext uri="{9D8B030D-6E8A-4147-A177-3AD203B41FA5}">
                      <a16:colId xmlns:a16="http://schemas.microsoft.com/office/drawing/2014/main" val="778138801"/>
                    </a:ext>
                  </a:extLst>
                </a:gridCol>
                <a:gridCol w="3034631">
                  <a:extLst>
                    <a:ext uri="{9D8B030D-6E8A-4147-A177-3AD203B41FA5}">
                      <a16:colId xmlns:a16="http://schemas.microsoft.com/office/drawing/2014/main" val="1605544043"/>
                    </a:ext>
                  </a:extLst>
                </a:gridCol>
                <a:gridCol w="3034631">
                  <a:extLst>
                    <a:ext uri="{9D8B030D-6E8A-4147-A177-3AD203B41FA5}">
                      <a16:colId xmlns:a16="http://schemas.microsoft.com/office/drawing/2014/main" val="3835655694"/>
                    </a:ext>
                  </a:extLst>
                </a:gridCol>
              </a:tblGrid>
              <a:tr h="303463">
                <a:tc>
                  <a:txBody>
                    <a:bodyPr/>
                    <a:lstStyle/>
                    <a:p>
                      <a:pPr algn="l"/>
                      <a:r>
                        <a:rPr lang="tr-TR" sz="1500" b="0">
                          <a:effectLst/>
                        </a:rPr>
                        <a:t>Özellik</a:t>
                      </a:r>
                    </a:p>
                  </a:txBody>
                  <a:tcPr marL="75866" marR="75866" marT="37933" marB="37933" anchor="ctr">
                    <a:lnL>
                      <a:noFill/>
                    </a:lnL>
                    <a:lnR>
                      <a:noFill/>
                    </a:lnR>
                    <a:lnT>
                      <a:noFill/>
                    </a:lnT>
                    <a:lnB>
                      <a:noFill/>
                    </a:lnB>
                    <a:solidFill>
                      <a:srgbClr val="F7F7F7"/>
                    </a:solidFill>
                  </a:tcPr>
                </a:tc>
                <a:tc>
                  <a:txBody>
                    <a:bodyPr/>
                    <a:lstStyle/>
                    <a:p>
                      <a:pPr algn="l"/>
                      <a:r>
                        <a:rPr lang="tr-TR" sz="1500" b="0">
                          <a:effectLst/>
                        </a:rPr>
                        <a:t>TCP (Transmission Control Protocol)</a:t>
                      </a:r>
                    </a:p>
                  </a:txBody>
                  <a:tcPr marL="75866" marR="75866" marT="37933" marB="37933" anchor="ctr">
                    <a:lnL>
                      <a:noFill/>
                    </a:lnL>
                    <a:lnR>
                      <a:noFill/>
                    </a:lnR>
                    <a:lnT>
                      <a:noFill/>
                    </a:lnT>
                    <a:lnB>
                      <a:noFill/>
                    </a:lnB>
                    <a:solidFill>
                      <a:srgbClr val="F7F7F7"/>
                    </a:solidFill>
                  </a:tcPr>
                </a:tc>
                <a:tc>
                  <a:txBody>
                    <a:bodyPr/>
                    <a:lstStyle/>
                    <a:p>
                      <a:pPr algn="l"/>
                      <a:r>
                        <a:rPr lang="tr-TR" sz="1500" b="0">
                          <a:effectLst/>
                        </a:rPr>
                        <a:t>UDP (User Datagram Protocol)</a:t>
                      </a:r>
                    </a:p>
                  </a:txBody>
                  <a:tcPr marL="75866" marR="75866" marT="37933" marB="37933" anchor="ctr">
                    <a:lnL>
                      <a:noFill/>
                    </a:lnL>
                    <a:lnR>
                      <a:noFill/>
                    </a:lnR>
                    <a:lnT>
                      <a:noFill/>
                    </a:lnT>
                    <a:lnB>
                      <a:noFill/>
                    </a:lnB>
                    <a:solidFill>
                      <a:srgbClr val="F7F7F7"/>
                    </a:solidFill>
                  </a:tcPr>
                </a:tc>
                <a:extLst>
                  <a:ext uri="{0D108BD9-81ED-4DB2-BD59-A6C34878D82A}">
                    <a16:rowId xmlns:a16="http://schemas.microsoft.com/office/drawing/2014/main" val="1796090138"/>
                  </a:ext>
                </a:extLst>
              </a:tr>
              <a:tr h="531060">
                <a:tc>
                  <a:txBody>
                    <a:bodyPr/>
                    <a:lstStyle/>
                    <a:p>
                      <a:r>
                        <a:rPr lang="tr-TR" sz="1500" b="1" dirty="0">
                          <a:effectLst/>
                        </a:rPr>
                        <a:t>Güvenilirlik</a:t>
                      </a:r>
                      <a:endParaRPr lang="tr-TR" sz="1500" dirty="0">
                        <a:effectLst/>
                      </a:endParaRPr>
                    </a:p>
                  </a:txBody>
                  <a:tcPr marL="75866" marR="75866" marT="37933" marB="37933" anchor="ctr">
                    <a:lnL>
                      <a:noFill/>
                    </a:lnL>
                    <a:lnR>
                      <a:noFill/>
                    </a:lnR>
                    <a:lnT>
                      <a:noFill/>
                    </a:lnT>
                    <a:lnB>
                      <a:noFill/>
                    </a:lnB>
                    <a:solidFill>
                      <a:srgbClr val="F7F7F7"/>
                    </a:solidFill>
                  </a:tcPr>
                </a:tc>
                <a:tc>
                  <a:txBody>
                    <a:bodyPr/>
                    <a:lstStyle/>
                    <a:p>
                      <a:r>
                        <a:rPr lang="tr-TR" sz="1500">
                          <a:effectLst/>
                        </a:rPr>
                        <a:t>Yüksek (Hata kontrolü, akış kontrolü, yeniden iletim)</a:t>
                      </a:r>
                    </a:p>
                  </a:txBody>
                  <a:tcPr marL="75866" marR="75866" marT="37933" marB="37933" anchor="ctr">
                    <a:lnL>
                      <a:noFill/>
                    </a:lnL>
                    <a:lnR>
                      <a:noFill/>
                    </a:lnR>
                    <a:lnT>
                      <a:noFill/>
                    </a:lnT>
                    <a:lnB>
                      <a:noFill/>
                    </a:lnB>
                    <a:solidFill>
                      <a:srgbClr val="F7F7F7"/>
                    </a:solidFill>
                  </a:tcPr>
                </a:tc>
                <a:tc>
                  <a:txBody>
                    <a:bodyPr/>
                    <a:lstStyle/>
                    <a:p>
                      <a:r>
                        <a:rPr lang="tr-TR" sz="1500" dirty="0">
                          <a:effectLst/>
                        </a:rPr>
                        <a:t>Düşük (Hata kontrolü yok, yeniden iletim yok)</a:t>
                      </a:r>
                    </a:p>
                  </a:txBody>
                  <a:tcPr marL="75866" marR="75866" marT="37933" marB="37933" anchor="ctr">
                    <a:lnL>
                      <a:noFill/>
                    </a:lnL>
                    <a:lnR>
                      <a:noFill/>
                    </a:lnR>
                    <a:lnT>
                      <a:noFill/>
                    </a:lnT>
                    <a:lnB>
                      <a:noFill/>
                    </a:lnB>
                    <a:solidFill>
                      <a:srgbClr val="F7F7F7"/>
                    </a:solidFill>
                  </a:tcPr>
                </a:tc>
                <a:extLst>
                  <a:ext uri="{0D108BD9-81ED-4DB2-BD59-A6C34878D82A}">
                    <a16:rowId xmlns:a16="http://schemas.microsoft.com/office/drawing/2014/main" val="3290665545"/>
                  </a:ext>
                </a:extLst>
              </a:tr>
              <a:tr h="531060">
                <a:tc>
                  <a:txBody>
                    <a:bodyPr/>
                    <a:lstStyle/>
                    <a:p>
                      <a:r>
                        <a:rPr lang="tr-TR" sz="1500" b="1">
                          <a:effectLst/>
                        </a:rPr>
                        <a:t>Aktarım Hızı</a:t>
                      </a:r>
                      <a:endParaRPr lang="tr-TR" sz="1500">
                        <a:effectLst/>
                      </a:endParaRPr>
                    </a:p>
                  </a:txBody>
                  <a:tcPr marL="75866" marR="75866" marT="37933" marB="37933" anchor="ctr">
                    <a:lnL>
                      <a:noFill/>
                    </a:lnL>
                    <a:lnR>
                      <a:noFill/>
                    </a:lnR>
                    <a:lnT>
                      <a:noFill/>
                    </a:lnT>
                    <a:lnB>
                      <a:noFill/>
                    </a:lnB>
                    <a:solidFill>
                      <a:srgbClr val="F7F7F7"/>
                    </a:solidFill>
                  </a:tcPr>
                </a:tc>
                <a:tc>
                  <a:txBody>
                    <a:bodyPr/>
                    <a:lstStyle/>
                    <a:p>
                      <a:r>
                        <a:rPr lang="tr-TR" sz="1500">
                          <a:effectLst/>
                        </a:rPr>
                        <a:t>Daha yavaş (Güvenilirlik için ekstra işlem gerektirir)</a:t>
                      </a:r>
                    </a:p>
                  </a:txBody>
                  <a:tcPr marL="75866" marR="75866" marT="37933" marB="37933" anchor="ctr">
                    <a:lnL>
                      <a:noFill/>
                    </a:lnL>
                    <a:lnR>
                      <a:noFill/>
                    </a:lnR>
                    <a:lnT>
                      <a:noFill/>
                    </a:lnT>
                    <a:lnB>
                      <a:noFill/>
                    </a:lnB>
                    <a:solidFill>
                      <a:srgbClr val="F7F7F7"/>
                    </a:solidFill>
                  </a:tcPr>
                </a:tc>
                <a:tc>
                  <a:txBody>
                    <a:bodyPr/>
                    <a:lstStyle/>
                    <a:p>
                      <a:r>
                        <a:rPr lang="tr-TR" sz="1500">
                          <a:effectLst/>
                        </a:rPr>
                        <a:t>Daha hızlı (Ekstra işlem yok)</a:t>
                      </a:r>
                    </a:p>
                  </a:txBody>
                  <a:tcPr marL="75866" marR="75866" marT="37933" marB="37933" anchor="ctr">
                    <a:lnL>
                      <a:noFill/>
                    </a:lnL>
                    <a:lnR>
                      <a:noFill/>
                    </a:lnR>
                    <a:lnT>
                      <a:noFill/>
                    </a:lnT>
                    <a:lnB>
                      <a:noFill/>
                    </a:lnB>
                    <a:solidFill>
                      <a:srgbClr val="F7F7F7"/>
                    </a:solidFill>
                  </a:tcPr>
                </a:tc>
                <a:extLst>
                  <a:ext uri="{0D108BD9-81ED-4DB2-BD59-A6C34878D82A}">
                    <a16:rowId xmlns:a16="http://schemas.microsoft.com/office/drawing/2014/main" val="3976170189"/>
                  </a:ext>
                </a:extLst>
              </a:tr>
              <a:tr h="531060">
                <a:tc>
                  <a:txBody>
                    <a:bodyPr/>
                    <a:lstStyle/>
                    <a:p>
                      <a:r>
                        <a:rPr lang="tr-TR" sz="1500" b="1">
                          <a:effectLst/>
                        </a:rPr>
                        <a:t>Paket Sırası</a:t>
                      </a:r>
                      <a:endParaRPr lang="tr-TR" sz="1500">
                        <a:effectLst/>
                      </a:endParaRPr>
                    </a:p>
                  </a:txBody>
                  <a:tcPr marL="75866" marR="75866" marT="37933" marB="37933" anchor="ctr">
                    <a:lnL>
                      <a:noFill/>
                    </a:lnL>
                    <a:lnR>
                      <a:noFill/>
                    </a:lnR>
                    <a:lnT>
                      <a:noFill/>
                    </a:lnT>
                    <a:lnB>
                      <a:noFill/>
                    </a:lnB>
                    <a:solidFill>
                      <a:srgbClr val="F7F7F7"/>
                    </a:solidFill>
                  </a:tcPr>
                </a:tc>
                <a:tc>
                  <a:txBody>
                    <a:bodyPr/>
                    <a:lstStyle/>
                    <a:p>
                      <a:r>
                        <a:rPr lang="tr-TR" sz="1500">
                          <a:effectLst/>
                        </a:rPr>
                        <a:t>Sıralı iletim (Paketler belirli bir sırayla iletilir)</a:t>
                      </a:r>
                    </a:p>
                  </a:txBody>
                  <a:tcPr marL="75866" marR="75866" marT="37933" marB="37933" anchor="ctr">
                    <a:lnL>
                      <a:noFill/>
                    </a:lnL>
                    <a:lnR>
                      <a:noFill/>
                    </a:lnR>
                    <a:lnT>
                      <a:noFill/>
                    </a:lnT>
                    <a:lnB>
                      <a:noFill/>
                    </a:lnB>
                    <a:solidFill>
                      <a:srgbClr val="F7F7F7"/>
                    </a:solidFill>
                  </a:tcPr>
                </a:tc>
                <a:tc>
                  <a:txBody>
                    <a:bodyPr/>
                    <a:lstStyle/>
                    <a:p>
                      <a:r>
                        <a:rPr lang="tr-TR" sz="1500">
                          <a:effectLst/>
                        </a:rPr>
                        <a:t>Sırasız iletim (Paketler rastgele sırada iletilir)</a:t>
                      </a:r>
                    </a:p>
                  </a:txBody>
                  <a:tcPr marL="75866" marR="75866" marT="37933" marB="37933" anchor="ctr">
                    <a:lnL>
                      <a:noFill/>
                    </a:lnL>
                    <a:lnR>
                      <a:noFill/>
                    </a:lnR>
                    <a:lnT>
                      <a:noFill/>
                    </a:lnT>
                    <a:lnB>
                      <a:noFill/>
                    </a:lnB>
                    <a:solidFill>
                      <a:srgbClr val="F7F7F7"/>
                    </a:solidFill>
                  </a:tcPr>
                </a:tc>
                <a:extLst>
                  <a:ext uri="{0D108BD9-81ED-4DB2-BD59-A6C34878D82A}">
                    <a16:rowId xmlns:a16="http://schemas.microsoft.com/office/drawing/2014/main" val="2095008016"/>
                  </a:ext>
                </a:extLst>
              </a:tr>
              <a:tr h="531060">
                <a:tc>
                  <a:txBody>
                    <a:bodyPr/>
                    <a:lstStyle/>
                    <a:p>
                      <a:r>
                        <a:rPr lang="tr-TR" sz="1500" b="1">
                          <a:effectLst/>
                        </a:rPr>
                        <a:t>Kaynak Kullanımı</a:t>
                      </a:r>
                      <a:endParaRPr lang="tr-TR" sz="1500">
                        <a:effectLst/>
                      </a:endParaRPr>
                    </a:p>
                  </a:txBody>
                  <a:tcPr marL="75866" marR="75866" marT="37933" marB="37933" anchor="ctr">
                    <a:lnL>
                      <a:noFill/>
                    </a:lnL>
                    <a:lnR>
                      <a:noFill/>
                    </a:lnR>
                    <a:lnT>
                      <a:noFill/>
                    </a:lnT>
                    <a:lnB>
                      <a:noFill/>
                    </a:lnB>
                    <a:solidFill>
                      <a:srgbClr val="F7F7F7"/>
                    </a:solidFill>
                  </a:tcPr>
                </a:tc>
                <a:tc>
                  <a:txBody>
                    <a:bodyPr/>
                    <a:lstStyle/>
                    <a:p>
                      <a:r>
                        <a:rPr lang="tr-TR" sz="1500">
                          <a:effectLst/>
                        </a:rPr>
                        <a:t>Daha fazla (Güvenilirlik için ekstra kaynak gerektirir)</a:t>
                      </a:r>
                    </a:p>
                  </a:txBody>
                  <a:tcPr marL="75866" marR="75866" marT="37933" marB="37933" anchor="ctr">
                    <a:lnL>
                      <a:noFill/>
                    </a:lnL>
                    <a:lnR>
                      <a:noFill/>
                    </a:lnR>
                    <a:lnT>
                      <a:noFill/>
                    </a:lnT>
                    <a:lnB>
                      <a:noFill/>
                    </a:lnB>
                    <a:solidFill>
                      <a:srgbClr val="F7F7F7"/>
                    </a:solidFill>
                  </a:tcPr>
                </a:tc>
                <a:tc>
                  <a:txBody>
                    <a:bodyPr/>
                    <a:lstStyle/>
                    <a:p>
                      <a:r>
                        <a:rPr lang="tr-TR" sz="1500">
                          <a:effectLst/>
                        </a:rPr>
                        <a:t>Daha az (Ekstra kaynak gerektirmez)</a:t>
                      </a:r>
                    </a:p>
                  </a:txBody>
                  <a:tcPr marL="75866" marR="75866" marT="37933" marB="37933" anchor="ctr">
                    <a:lnL>
                      <a:noFill/>
                    </a:lnL>
                    <a:lnR>
                      <a:noFill/>
                    </a:lnR>
                    <a:lnT>
                      <a:noFill/>
                    </a:lnT>
                    <a:lnB>
                      <a:noFill/>
                    </a:lnB>
                    <a:solidFill>
                      <a:srgbClr val="F7F7F7"/>
                    </a:solidFill>
                  </a:tcPr>
                </a:tc>
                <a:extLst>
                  <a:ext uri="{0D108BD9-81ED-4DB2-BD59-A6C34878D82A}">
                    <a16:rowId xmlns:a16="http://schemas.microsoft.com/office/drawing/2014/main" val="1772121602"/>
                  </a:ext>
                </a:extLst>
              </a:tr>
              <a:tr h="303463">
                <a:tc>
                  <a:txBody>
                    <a:bodyPr/>
                    <a:lstStyle/>
                    <a:p>
                      <a:r>
                        <a:rPr lang="tr-TR" sz="1500" b="1">
                          <a:effectLst/>
                        </a:rPr>
                        <a:t>Uygulama Örnekleri</a:t>
                      </a:r>
                      <a:endParaRPr lang="tr-TR" sz="1500">
                        <a:effectLst/>
                      </a:endParaRPr>
                    </a:p>
                  </a:txBody>
                  <a:tcPr marL="75866" marR="75866" marT="37933" marB="37933" anchor="ctr">
                    <a:lnL>
                      <a:noFill/>
                    </a:lnL>
                    <a:lnR>
                      <a:noFill/>
                    </a:lnR>
                    <a:lnT>
                      <a:noFill/>
                    </a:lnT>
                    <a:lnB>
                      <a:noFill/>
                    </a:lnB>
                    <a:solidFill>
                      <a:srgbClr val="F7F7F7"/>
                    </a:solidFill>
                  </a:tcPr>
                </a:tc>
                <a:tc>
                  <a:txBody>
                    <a:bodyPr/>
                    <a:lstStyle/>
                    <a:p>
                      <a:r>
                        <a:rPr lang="tr-TR" sz="1500">
                          <a:effectLst/>
                        </a:rPr>
                        <a:t>HTTP, FTP, SMTP, SSH, Telnet</a:t>
                      </a:r>
                    </a:p>
                  </a:txBody>
                  <a:tcPr marL="75866" marR="75866" marT="37933" marB="37933" anchor="ctr">
                    <a:lnL>
                      <a:noFill/>
                    </a:lnL>
                    <a:lnR>
                      <a:noFill/>
                    </a:lnR>
                    <a:lnT>
                      <a:noFill/>
                    </a:lnT>
                    <a:lnB>
                      <a:noFill/>
                    </a:lnB>
                    <a:solidFill>
                      <a:srgbClr val="F7F7F7"/>
                    </a:solidFill>
                  </a:tcPr>
                </a:tc>
                <a:tc>
                  <a:txBody>
                    <a:bodyPr/>
                    <a:lstStyle/>
                    <a:p>
                      <a:r>
                        <a:rPr lang="tr-TR" sz="1500">
                          <a:effectLst/>
                        </a:rPr>
                        <a:t>DNS, SNMP, VoIP, Oyunlar</a:t>
                      </a:r>
                    </a:p>
                  </a:txBody>
                  <a:tcPr marL="75866" marR="75866" marT="37933" marB="37933" anchor="ctr">
                    <a:lnL>
                      <a:noFill/>
                    </a:lnL>
                    <a:lnR>
                      <a:noFill/>
                    </a:lnR>
                    <a:lnT>
                      <a:noFill/>
                    </a:lnT>
                    <a:lnB>
                      <a:noFill/>
                    </a:lnB>
                    <a:solidFill>
                      <a:srgbClr val="F7F7F7"/>
                    </a:solidFill>
                  </a:tcPr>
                </a:tc>
                <a:extLst>
                  <a:ext uri="{0D108BD9-81ED-4DB2-BD59-A6C34878D82A}">
                    <a16:rowId xmlns:a16="http://schemas.microsoft.com/office/drawing/2014/main" val="4149856255"/>
                  </a:ext>
                </a:extLst>
              </a:tr>
              <a:tr h="303463">
                <a:tc>
                  <a:txBody>
                    <a:bodyPr/>
                    <a:lstStyle/>
                    <a:p>
                      <a:r>
                        <a:rPr lang="tr-TR" sz="1500" b="1">
                          <a:effectLst/>
                        </a:rPr>
                        <a:t>Üst Düzey Protokoller</a:t>
                      </a:r>
                      <a:endParaRPr lang="tr-TR" sz="1500">
                        <a:effectLst/>
                      </a:endParaRPr>
                    </a:p>
                  </a:txBody>
                  <a:tcPr marL="75866" marR="75866" marT="37933" marB="37933" anchor="ctr">
                    <a:lnL>
                      <a:noFill/>
                    </a:lnL>
                    <a:lnR>
                      <a:noFill/>
                    </a:lnR>
                    <a:lnT>
                      <a:noFill/>
                    </a:lnT>
                    <a:lnB>
                      <a:noFill/>
                    </a:lnB>
                    <a:solidFill>
                      <a:srgbClr val="F7F7F7"/>
                    </a:solidFill>
                  </a:tcPr>
                </a:tc>
                <a:tc>
                  <a:txBody>
                    <a:bodyPr/>
                    <a:lstStyle/>
                    <a:p>
                      <a:r>
                        <a:rPr lang="tr-TR" sz="1500">
                          <a:effectLst/>
                        </a:rPr>
                        <a:t>HTTP, FTP, SMTP, SSH, Telnet</a:t>
                      </a:r>
                    </a:p>
                  </a:txBody>
                  <a:tcPr marL="75866" marR="75866" marT="37933" marB="37933" anchor="ctr">
                    <a:lnL>
                      <a:noFill/>
                    </a:lnL>
                    <a:lnR>
                      <a:noFill/>
                    </a:lnR>
                    <a:lnT>
                      <a:noFill/>
                    </a:lnT>
                    <a:lnB>
                      <a:noFill/>
                    </a:lnB>
                    <a:solidFill>
                      <a:srgbClr val="F7F7F7"/>
                    </a:solidFill>
                  </a:tcPr>
                </a:tc>
                <a:tc>
                  <a:txBody>
                    <a:bodyPr/>
                    <a:lstStyle/>
                    <a:p>
                      <a:r>
                        <a:rPr lang="tr-TR" sz="1500">
                          <a:effectLst/>
                        </a:rPr>
                        <a:t>DNS, SNMP, RTP, DHCP</a:t>
                      </a:r>
                    </a:p>
                  </a:txBody>
                  <a:tcPr marL="75866" marR="75866" marT="37933" marB="37933" anchor="ctr">
                    <a:lnL>
                      <a:noFill/>
                    </a:lnL>
                    <a:lnR>
                      <a:noFill/>
                    </a:lnR>
                    <a:lnT>
                      <a:noFill/>
                    </a:lnT>
                    <a:lnB>
                      <a:noFill/>
                    </a:lnB>
                    <a:solidFill>
                      <a:srgbClr val="F7F7F7"/>
                    </a:solidFill>
                  </a:tcPr>
                </a:tc>
                <a:extLst>
                  <a:ext uri="{0D108BD9-81ED-4DB2-BD59-A6C34878D82A}">
                    <a16:rowId xmlns:a16="http://schemas.microsoft.com/office/drawing/2014/main" val="1690749225"/>
                  </a:ext>
                </a:extLst>
              </a:tr>
              <a:tr h="758658">
                <a:tc>
                  <a:txBody>
                    <a:bodyPr/>
                    <a:lstStyle/>
                    <a:p>
                      <a:r>
                        <a:rPr lang="tr-TR" sz="1500" b="1">
                          <a:effectLst/>
                        </a:rPr>
                        <a:t>Kullanım Senaryoları</a:t>
                      </a:r>
                      <a:endParaRPr lang="tr-TR" sz="1500">
                        <a:effectLst/>
                      </a:endParaRPr>
                    </a:p>
                  </a:txBody>
                  <a:tcPr marL="75866" marR="75866" marT="37933" marB="37933" anchor="ctr">
                    <a:lnL>
                      <a:noFill/>
                    </a:lnL>
                    <a:lnR>
                      <a:noFill/>
                    </a:lnR>
                    <a:lnT>
                      <a:noFill/>
                    </a:lnT>
                    <a:lnB>
                      <a:noFill/>
                    </a:lnB>
                    <a:solidFill>
                      <a:srgbClr val="F7F7F7"/>
                    </a:solidFill>
                  </a:tcPr>
                </a:tc>
                <a:tc>
                  <a:txBody>
                    <a:bodyPr/>
                    <a:lstStyle/>
                    <a:p>
                      <a:r>
                        <a:rPr lang="tr-TR" sz="1500">
                          <a:effectLst/>
                        </a:rPr>
                        <a:t>Güvenilirlik ve doğruluk önemli olduğunda (örn. dosya aktarımı)</a:t>
                      </a:r>
                    </a:p>
                  </a:txBody>
                  <a:tcPr marL="75866" marR="75866" marT="37933" marB="37933" anchor="ctr">
                    <a:lnL>
                      <a:noFill/>
                    </a:lnL>
                    <a:lnR>
                      <a:noFill/>
                    </a:lnR>
                    <a:lnT>
                      <a:noFill/>
                    </a:lnT>
                    <a:lnB>
                      <a:noFill/>
                    </a:lnB>
                    <a:solidFill>
                      <a:srgbClr val="F7F7F7"/>
                    </a:solidFill>
                  </a:tcPr>
                </a:tc>
                <a:tc>
                  <a:txBody>
                    <a:bodyPr/>
                    <a:lstStyle/>
                    <a:p>
                      <a:r>
                        <a:rPr lang="tr-TR" sz="1500" dirty="0">
                          <a:effectLst/>
                        </a:rPr>
                        <a:t>Hız ve düşük gecikme süresi önemli olduğunda (</a:t>
                      </a:r>
                      <a:r>
                        <a:rPr lang="tr-TR" sz="1500" dirty="0" err="1">
                          <a:effectLst/>
                        </a:rPr>
                        <a:t>örn</a:t>
                      </a:r>
                      <a:r>
                        <a:rPr lang="tr-TR" sz="1500" dirty="0">
                          <a:effectLst/>
                        </a:rPr>
                        <a:t>. gerçek zamanlı uygulamalar)</a:t>
                      </a:r>
                    </a:p>
                  </a:txBody>
                  <a:tcPr marL="75866" marR="75866" marT="37933" marB="37933" anchor="ctr">
                    <a:lnL>
                      <a:noFill/>
                    </a:lnL>
                    <a:lnR>
                      <a:noFill/>
                    </a:lnR>
                    <a:lnT>
                      <a:noFill/>
                    </a:lnT>
                    <a:lnB>
                      <a:noFill/>
                    </a:lnB>
                    <a:solidFill>
                      <a:srgbClr val="F7F7F7"/>
                    </a:solidFill>
                  </a:tcPr>
                </a:tc>
                <a:extLst>
                  <a:ext uri="{0D108BD9-81ED-4DB2-BD59-A6C34878D82A}">
                    <a16:rowId xmlns:a16="http://schemas.microsoft.com/office/drawing/2014/main" val="2262704286"/>
                  </a:ext>
                </a:extLst>
              </a:tr>
            </a:tbl>
          </a:graphicData>
        </a:graphic>
      </p:graphicFrame>
    </p:spTree>
    <p:extLst>
      <p:ext uri="{BB962C8B-B14F-4D97-AF65-F5344CB8AC3E}">
        <p14:creationId xmlns:p14="http://schemas.microsoft.com/office/powerpoint/2010/main" val="3191634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ğitim sunusu">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Office_16225310_TF03460604" id="{F6EFC989-8B6A-426D-8CC8-42909735A4A0}" vid="{6F0D95CE-7106-4C3E-8D98-EE1220DA24E4}"/>
    </a:ext>
  </a:extLst>
</a:theme>
</file>

<file path=ppt/theme/theme2.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Eğitim sunusu</Template>
  <TotalTime>754</TotalTime>
  <Words>1649</Words>
  <Application>Microsoft Office PowerPoint</Application>
  <PresentationFormat>Geniş ekran</PresentationFormat>
  <Paragraphs>124</Paragraphs>
  <Slides>18</Slides>
  <Notes>18</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18</vt:i4>
      </vt:variant>
    </vt:vector>
  </HeadingPairs>
  <TitlesOfParts>
    <vt:vector size="23" baseType="lpstr">
      <vt:lpstr>Arial</vt:lpstr>
      <vt:lpstr>Calibri</vt:lpstr>
      <vt:lpstr>Georgia</vt:lpstr>
      <vt:lpstr>Wingdings 2</vt:lpstr>
      <vt:lpstr>Eğitim sunusu</vt:lpstr>
      <vt:lpstr>Ağ ve Bilişim Güvenliği</vt:lpstr>
      <vt:lpstr>IP(INTERNET PROTOCOL) NEDİR?</vt:lpstr>
      <vt:lpstr>IP(INTERNET PROTOCOL) NEDİR?</vt:lpstr>
      <vt:lpstr>MAC(MEDIA ACCESS CONTROL) NEDİR?</vt:lpstr>
      <vt:lpstr>MAC(MEDIA ACCESS CONTROL) NEDİR?</vt:lpstr>
      <vt:lpstr>DNS(DOMAIN NAME SYSTEM) NEDİR?</vt:lpstr>
      <vt:lpstr>DNS(DOMAIN NAME SYSTEM) NEDİR?</vt:lpstr>
      <vt:lpstr>OSI(OPEN SYSTEM INTERCONNECTION) MODELİ</vt:lpstr>
      <vt:lpstr>1 - FİZİKSEL KATMAN</vt:lpstr>
      <vt:lpstr>2 - VERİ BAĞLANTI KATMANI</vt:lpstr>
      <vt:lpstr>3 - AĞ KATMANI</vt:lpstr>
      <vt:lpstr>4 - TAŞIMA KATMANI</vt:lpstr>
      <vt:lpstr>5 - OTURUM KATMANI</vt:lpstr>
      <vt:lpstr>6 - SUNUM KATMANI</vt:lpstr>
      <vt:lpstr>7 - UYGULAMA KATMANI</vt:lpstr>
      <vt:lpstr>OSI MODELİ</vt:lpstr>
      <vt:lpstr>TCP ve UDP</vt:lpstr>
      <vt:lpstr>TCP ve UDP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Ağ ve Bilişim Güvenliği</dc:title>
  <dc:creator>ZaferS</dc:creator>
  <cp:lastModifiedBy>ZaferS</cp:lastModifiedBy>
  <cp:revision>72</cp:revision>
  <dcterms:created xsi:type="dcterms:W3CDTF">2023-12-09T09:03:26Z</dcterms:created>
  <dcterms:modified xsi:type="dcterms:W3CDTF">2026-10-29T15:01:21Z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
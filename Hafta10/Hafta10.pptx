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7"/>
  </p:handoutMasterIdLst>
  <p:sldIdLst>
    <p:sldId id="257" r:id="rId3"/>
    <p:sldId id="282" r:id="rId5"/>
    <p:sldId id="283" r:id="rId6"/>
    <p:sldId id="284" r:id="rId7"/>
    <p:sldId id="285" r:id="rId8"/>
    <p:sldId id="286" r:id="rId9"/>
    <p:sldId id="287" r:id="rId10"/>
    <p:sldId id="288" r:id="rId11"/>
    <p:sldId id="289" r:id="rId12"/>
    <p:sldId id="290" r:id="rId13"/>
    <p:sldId id="291" r:id="rId14"/>
    <p:sldId id="302" r:id="rId15"/>
    <p:sldId id="292" r:id="rId16"/>
    <p:sldId id="293" r:id="rId17"/>
    <p:sldId id="294" r:id="rId18"/>
    <p:sldId id="295" r:id="rId19"/>
    <p:sldId id="296" r:id="rId20"/>
    <p:sldId id="303" r:id="rId21"/>
    <p:sldId id="297" r:id="rId22"/>
    <p:sldId id="298" r:id="rId23"/>
    <p:sldId id="299" r:id="rId24"/>
    <p:sldId id="300" r:id="rId25"/>
    <p:sldId id="301" r:id="rId26"/>
  </p:sldIdLst>
  <p:sldSz cx="12192000" cy="6858000"/>
  <p:notesSz cx="6858000" cy="9144000"/>
  <p:defaultTextStyle>
    <a:defPPr rtl="0">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296" userDrawn="1">
          <p15:clr>
            <a:srgbClr val="A4A3A4"/>
          </p15:clr>
        </p15:guide>
        <p15:guide id="4" orient="horz" pos="41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3B4B98B0-60AC-42C2-AFA5-B58CD77FA1E5}"/>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89911" autoAdjust="0"/>
  </p:normalViewPr>
  <p:slideViewPr>
    <p:cSldViewPr snapToGrid="0" showGuides="1">
      <p:cViewPr varScale="1">
        <p:scale>
          <a:sx n="87" d="100"/>
          <a:sy n="87" d="100"/>
        </p:scale>
        <p:origin x="389" y="58"/>
      </p:cViewPr>
      <p:guideLst>
        <p:guide orient="horz" pos="2160"/>
        <p:guide pos="3840"/>
        <p:guide pos="7296"/>
        <p:guide orient="horz" pos="4141"/>
      </p:guideLst>
    </p:cSldViewPr>
  </p:slideViewPr>
  <p:notesTextViewPr>
    <p:cViewPr>
      <p:scale>
        <a:sx n="3" d="2"/>
        <a:sy n="3" d="2"/>
      </p:scale>
      <p:origin x="0" y="0"/>
    </p:cViewPr>
  </p:notesTextViewPr>
  <p:notesViewPr>
    <p:cSldViewPr snapToGrid="0">
      <p:cViewPr varScale="1">
        <p:scale>
          <a:sx n="93" d="100"/>
          <a:sy n="93" d="100"/>
        </p:scale>
        <p:origin x="2874" y="6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dirty="0"/>
          </a:p>
        </p:txBody>
      </p:sp>
      <p:sp>
        <p:nvSpPr>
          <p:cNvPr id="3" name="Tarih Yer Tutucusu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1FC8FC1-A1A8-42CB-96AC-83684F0DF578}" type="datetime1">
              <a:rPr lang="tr-TR" smtClean="0"/>
            </a:fld>
            <a:endParaRPr lang="tr-TR" dirty="0"/>
          </a:p>
        </p:txBody>
      </p:sp>
      <p:sp>
        <p:nvSpPr>
          <p:cNvPr id="4" name="Alt Bilgi Yer Tutucusu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dirty="0"/>
          </a:p>
        </p:txBody>
      </p:sp>
      <p:sp>
        <p:nvSpPr>
          <p:cNvPr id="5" name="Slayt Numarası Yer Tutucus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4E50CC-F33A-4EF4-9F12-93EC4A21A0CF}" type="slidenum">
              <a:rPr lang="tr-TR" smtClean="0"/>
            </a:fld>
            <a:endParaRPr lang="tr-TR"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dirty="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0653A-FB33-4975-A611-5D53C5C337D6}" type="datetime1">
              <a:rPr lang="tr-TR" smtClean="0"/>
            </a:fld>
            <a:endParaRPr lang="tr-TR" dirty="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dirty="0"/>
              <a:t>Asıl metin stillerini düzenlemek için tıklayın</a:t>
            </a:r>
            <a:endParaRPr lang="tr-TR" noProof="0" dirty="0"/>
          </a:p>
          <a:p>
            <a:pPr lvl="1" rtl="0"/>
            <a:r>
              <a:rPr lang="tr-TR" noProof="0" dirty="0"/>
              <a:t>İkinci düzey</a:t>
            </a:r>
            <a:endParaRPr lang="tr-TR" noProof="0" dirty="0"/>
          </a:p>
          <a:p>
            <a:pPr lvl="2" rtl="0"/>
            <a:r>
              <a:rPr lang="tr-TR" noProof="0" dirty="0"/>
              <a:t>Üçüncü düzey</a:t>
            </a:r>
            <a:endParaRPr lang="tr-TR" noProof="0" dirty="0"/>
          </a:p>
          <a:p>
            <a:pPr lvl="3" rtl="0"/>
            <a:r>
              <a:rPr lang="tr-TR" noProof="0" dirty="0"/>
              <a:t>Dördüncü düzey</a:t>
            </a:r>
            <a:endParaRPr lang="tr-TR" noProof="0" dirty="0"/>
          </a:p>
          <a:p>
            <a:pPr lvl="4" rtl="0"/>
            <a:r>
              <a:rPr lang="tr-TR" noProof="0" dirty="0"/>
              <a:t>Beşinci düzey</a:t>
            </a:r>
            <a:endParaRPr lang="tr-TR" noProof="0" dirty="0"/>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2674CE4-FBD8-4481-AEFB-CA53E599A745}" type="slidenum">
              <a:rPr lang="tr-TR" noProof="0" smtClean="0"/>
            </a:fld>
            <a:endParaRPr lang="tr-TR"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dirty="0"/>
          </a:p>
        </p:txBody>
      </p:sp>
      <p:sp>
        <p:nvSpPr>
          <p:cNvPr id="4" name="Slayt Numarası Yer Tutucusu 3"/>
          <p:cNvSpPr>
            <a:spLocks noGrp="1"/>
          </p:cNvSpPr>
          <p:nvPr>
            <p:ph type="sldNum" sz="quarter" idx="10"/>
          </p:nvPr>
        </p:nvSpPr>
        <p:spPr/>
        <p:txBody>
          <a:bodyPr rtlCol="0"/>
          <a:lstStyle/>
          <a:p>
            <a:pPr rtl="0"/>
            <a:fld id="{32674CE4-FBD8-4481-AEFB-CA53E599A745}" type="slidenum">
              <a:rPr lang="tr-TR" smtClean="0"/>
            </a:fld>
            <a:endParaRPr lang="tr-T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Başlık Slaydı">
    <p:spTree>
      <p:nvGrpSpPr>
        <p:cNvPr id="1" name=""/>
        <p:cNvGrpSpPr/>
        <p:nvPr/>
      </p:nvGrpSpPr>
      <p:grpSpPr>
        <a:xfrm>
          <a:off x="0" y="0"/>
          <a:ext cx="0" cy="0"/>
          <a:chOff x="0" y="0"/>
          <a:chExt cx="0" cy="0"/>
        </a:xfrm>
      </p:grpSpPr>
      <p:sp>
        <p:nvSpPr>
          <p:cNvPr id="19" name="Dikdörtgen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3" name="Dikdörtgen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4" name="Dikdörtgen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5" name="Dikdörtgen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6" name="Dikdörtgen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7" name="Dikdörtgen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0" name="Yuvarlatılmış Dikdörtgen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1" name="Yuvarlatılmış Dikdörtgen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7" name="Dikdörtgen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0" name="Dikdörtgen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1" name="Dikdörtgen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8" name="Başlık 7"/>
          <p:cNvSpPr>
            <a:spLocks noGrp="1"/>
          </p:cNvSpPr>
          <p:nvPr>
            <p:ph type="ctrTitle" hasCustomPrompt="1"/>
          </p:nvPr>
        </p:nvSpPr>
        <p:spPr>
          <a:xfrm>
            <a:off x="609600" y="2389009"/>
            <a:ext cx="11277600" cy="1470025"/>
          </a:xfrm>
        </p:spPr>
        <p:txBody>
          <a:bodyPr rtlCol="0" anchor="b"/>
          <a:lstStyle>
            <a:lvl1pPr>
              <a:defRPr sz="4400">
                <a:solidFill>
                  <a:schemeClr val="bg1"/>
                </a:solidFill>
              </a:defRPr>
            </a:lvl1pPr>
          </a:lstStyle>
          <a:p>
            <a:pPr rtl="0"/>
            <a:r>
              <a:rPr lang="tr-TR" noProof="0" smtClean="0"/>
              <a:t>Asıl başlık stili için tıklatın</a:t>
            </a:r>
            <a:endParaRPr lang="tr-TR" noProof="0" dirty="0"/>
          </a:p>
        </p:txBody>
      </p:sp>
      <p:sp>
        <p:nvSpPr>
          <p:cNvPr id="9" name="Alt Başlık 8"/>
          <p:cNvSpPr>
            <a:spLocks noGrp="1"/>
          </p:cNvSpPr>
          <p:nvPr>
            <p:ph type="subTitle" idx="1" hasCustomPrompt="1"/>
          </p:nvPr>
        </p:nvSpPr>
        <p:spPr>
          <a:xfrm>
            <a:off x="609600" y="3899938"/>
            <a:ext cx="6604000" cy="1752600"/>
          </a:xfrm>
        </p:spPr>
        <p:txBody>
          <a:bodyPr rtlCol="0"/>
          <a:lstStyle>
            <a:lvl1pPr marL="64135"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tr-TR" noProof="0" smtClean="0"/>
              <a:t>Asıl alt başlık stilini düzenlemek için tıklayın</a:t>
            </a:r>
            <a:endParaRPr lang="tr-TR" noProof="0" dirty="0"/>
          </a:p>
        </p:txBody>
      </p:sp>
      <p:sp>
        <p:nvSpPr>
          <p:cNvPr id="17" name="Alt Bilgi Yer Tutucusu 16"/>
          <p:cNvSpPr>
            <a:spLocks noGrp="1"/>
          </p:cNvSpPr>
          <p:nvPr>
            <p:ph type="ftr" sz="quarter" idx="11"/>
          </p:nvPr>
        </p:nvSpPr>
        <p:spPr>
          <a:xfrm>
            <a:off x="7265116" y="4205288"/>
            <a:ext cx="1727200" cy="457200"/>
          </a:xfrm>
        </p:spPr>
        <p:txBody>
          <a:bodyPr rtlCol="0"/>
          <a:lstStyle>
            <a:lvl1pPr>
              <a:defRPr>
                <a:solidFill>
                  <a:schemeClr val="accent2">
                    <a:lumMod val="75000"/>
                  </a:schemeClr>
                </a:solidFill>
              </a:defRPr>
            </a:lvl1pPr>
          </a:lstStyle>
          <a:p>
            <a:pPr rtl="0"/>
            <a:r>
              <a:rPr lang="tr-TR" noProof="0" dirty="0"/>
              <a:t>Alt bilgi ekleme</a:t>
            </a:r>
            <a:endParaRPr lang="tr-TR" noProof="0" dirty="0"/>
          </a:p>
        </p:txBody>
      </p:sp>
      <p:sp>
        <p:nvSpPr>
          <p:cNvPr id="28" name="Tarih Yer Tutucusu 27"/>
          <p:cNvSpPr>
            <a:spLocks noGrp="1"/>
          </p:cNvSpPr>
          <p:nvPr>
            <p:ph type="dt" sz="half" idx="10"/>
          </p:nvPr>
        </p:nvSpPr>
        <p:spPr>
          <a:xfrm>
            <a:off x="9043832" y="4206240"/>
            <a:ext cx="1280160" cy="457200"/>
          </a:xfrm>
        </p:spPr>
        <p:txBody>
          <a:bodyPr rtlCol="0"/>
          <a:lstStyle>
            <a:lvl1pPr>
              <a:defRPr>
                <a:solidFill>
                  <a:schemeClr val="accent2">
                    <a:lumMod val="75000"/>
                  </a:schemeClr>
                </a:solidFill>
              </a:defRPr>
            </a:lvl1pPr>
          </a:lstStyle>
          <a:p>
            <a:fld id="{E8609038-EC1C-40A6-91EB-4A3D73CE9547}" type="datetime1">
              <a:rPr lang="tr-TR" smtClean="0"/>
            </a:fld>
            <a:endParaRPr lang="tr-TR" dirty="0"/>
          </a:p>
        </p:txBody>
      </p:sp>
      <p:sp>
        <p:nvSpPr>
          <p:cNvPr id="29" name="Slayt Numarası Yer Tutucusu 28"/>
          <p:cNvSpPr>
            <a:spLocks noGrp="1"/>
          </p:cNvSpPr>
          <p:nvPr>
            <p:ph type="sldNum" sz="quarter" idx="12"/>
          </p:nvPr>
        </p:nvSpPr>
        <p:spPr>
          <a:xfrm>
            <a:off x="11093451" y="1136"/>
            <a:ext cx="996949" cy="365760"/>
          </a:xfrm>
        </p:spPr>
        <p:txBody>
          <a:bodyPr rtlCol="0"/>
          <a:lstStyle>
            <a:lvl1pPr algn="r">
              <a:defRPr sz="1800">
                <a:solidFill>
                  <a:schemeClr val="bg1"/>
                </a:solidFill>
              </a:defRPr>
            </a:lvl1pPr>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rtlCol="0"/>
          <a:lstStyle/>
          <a:p>
            <a:pPr rtl="0"/>
            <a:r>
              <a:rPr lang="tr-TR" noProof="0" smtClean="0"/>
              <a:t>Asıl başlık stili için tıklatın</a:t>
            </a:r>
            <a:endParaRPr lang="tr-TR" noProof="0" dirty="0"/>
          </a:p>
        </p:txBody>
      </p:sp>
      <p:sp>
        <p:nvSpPr>
          <p:cNvPr id="3" name="İçerik Yer Tutucusu 2"/>
          <p:cNvSpPr>
            <a:spLocks noGrp="1"/>
          </p:cNvSpPr>
          <p:nvPr>
            <p:ph idx="1" hasCustomPrompt="1"/>
          </p:nvPr>
        </p:nvSpPr>
        <p:spPr/>
        <p:txBody>
          <a:bodyPr rtlCol="0"/>
          <a:lstStyle>
            <a:lvl1pPr>
              <a:defRPr/>
            </a:lvl1pPr>
            <a:lvl5pPr>
              <a:defRPr/>
            </a:lvl5pPr>
            <a:lvl6pPr>
              <a:defRPr/>
            </a:lvl6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46610F96-FFD0-4BC1-86F0-D957A2A4B8C7}"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963084" y="1968322"/>
            <a:ext cx="10363200" cy="1362075"/>
          </a:xfrm>
        </p:spPr>
        <p:txBody>
          <a:bodyPr rtlCol="0" anchor="b">
            <a:noAutofit/>
          </a:bodyPr>
          <a:lstStyle>
            <a:lvl1pPr algn="l">
              <a:buNone/>
              <a:defRPr sz="4300" b="1" cap="none" baseline="0">
                <a:ln w="12700">
                  <a:solidFill>
                    <a:schemeClr val="accent2">
                      <a:shade val="90000"/>
                      <a:satMod val="150000"/>
                    </a:schemeClr>
                  </a:solidFill>
                </a:ln>
                <a:solidFill>
                  <a:schemeClr val="accent2"/>
                </a:solidFill>
                <a:effectLst/>
              </a:defRPr>
            </a:lvl1pPr>
          </a:lstStyle>
          <a:p>
            <a:pPr rtl="0"/>
            <a:r>
              <a:rPr lang="tr-TR" noProof="0" smtClean="0"/>
              <a:t>Asıl başlık stili için tıklatın</a:t>
            </a:r>
            <a:endParaRPr kumimoji="0" lang="tr-TR" noProof="0" dirty="0"/>
          </a:p>
        </p:txBody>
      </p:sp>
      <p:sp>
        <p:nvSpPr>
          <p:cNvPr id="3" name="Metin Yer Tutucusu 2"/>
          <p:cNvSpPr>
            <a:spLocks noGrp="1"/>
          </p:cNvSpPr>
          <p:nvPr>
            <p:ph type="body" idx="1" hasCustomPrompt="1"/>
          </p:nvPr>
        </p:nvSpPr>
        <p:spPr>
          <a:xfrm>
            <a:off x="963084" y="3367088"/>
            <a:ext cx="10363200" cy="1509712"/>
          </a:xfrm>
        </p:spPr>
        <p:txBody>
          <a:bodyPr rtlCol="0"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tr-TR" noProof="0" smtClean="0"/>
              <a:t>Asıl metin stillerini düzenle</a:t>
            </a:r>
            <a:endParaRPr lang="tr-TR" noProof="0" smtClean="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FF56EF26-BBDF-4885-BB66-53FDFCADA69E}"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rtlCol="0"/>
          <a:lstStyle/>
          <a:p>
            <a:pPr rtl="0"/>
            <a:r>
              <a:rPr lang="tr-TR" noProof="0" smtClean="0"/>
              <a:t>Asıl başlık stili için tıklatın</a:t>
            </a:r>
            <a:endParaRPr lang="tr-TR" noProof="0" dirty="0"/>
          </a:p>
        </p:txBody>
      </p:sp>
      <p:sp>
        <p:nvSpPr>
          <p:cNvPr id="3" name="İçerik Yer Tutucusu 2"/>
          <p:cNvSpPr>
            <a:spLocks noGrp="1"/>
          </p:cNvSpPr>
          <p:nvPr>
            <p:ph sz="half" idx="1" hasCustomPrompt="1"/>
          </p:nvPr>
        </p:nvSpPr>
        <p:spPr>
          <a:xfrm>
            <a:off x="609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4" name="İçerik Yer Tutucusu 3"/>
          <p:cNvSpPr>
            <a:spLocks noGrp="1"/>
          </p:cNvSpPr>
          <p:nvPr>
            <p:ph sz="half" idx="2" hasCustomPrompt="1"/>
          </p:nvPr>
        </p:nvSpPr>
        <p:spPr>
          <a:xfrm>
            <a:off x="6197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6" name="Alt Bilgi Yer Tutucusu 5"/>
          <p:cNvSpPr>
            <a:spLocks noGrp="1"/>
          </p:cNvSpPr>
          <p:nvPr>
            <p:ph type="ftr" sz="quarter" idx="11"/>
          </p:nvPr>
        </p:nvSpPr>
        <p:spPr/>
        <p:txBody>
          <a:bodyPr rtlCol="0"/>
          <a:lstStyle/>
          <a:p>
            <a:pPr rtl="0"/>
            <a:r>
              <a:rPr lang="tr-TR" noProof="0" dirty="0"/>
              <a:t>Alt bilgi ekleme</a:t>
            </a:r>
            <a:endParaRPr lang="tr-TR" noProof="0" dirty="0"/>
          </a:p>
        </p:txBody>
      </p:sp>
      <p:sp>
        <p:nvSpPr>
          <p:cNvPr id="5" name="Tarih Yer Tutucusu 4"/>
          <p:cNvSpPr>
            <a:spLocks noGrp="1"/>
          </p:cNvSpPr>
          <p:nvPr>
            <p:ph type="dt" sz="half" idx="10"/>
          </p:nvPr>
        </p:nvSpPr>
        <p:spPr/>
        <p:txBody>
          <a:bodyPr rtlCol="0"/>
          <a:lstStyle>
            <a:lvl1pPr>
              <a:defRPr/>
            </a:lvl1pPr>
          </a:lstStyle>
          <a:p>
            <a:fld id="{A84B813B-74D5-4B4F-94CB-6CD8395E9845}" type="datetime1">
              <a:rPr lang="tr-TR" smtClean="0"/>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508000" y="1143000"/>
            <a:ext cx="11176000" cy="1069848"/>
          </a:xfrm>
        </p:spPr>
        <p:txBody>
          <a:bodyPr rtlCol="0" anchor="ctr"/>
          <a:lstStyle>
            <a:lvl1pPr>
              <a:defRPr sz="4000" b="0" i="0" cap="none" baseline="0"/>
            </a:lvl1pPr>
          </a:lstStyle>
          <a:p>
            <a:pPr rtl="0"/>
            <a:r>
              <a:rPr lang="tr-TR" noProof="0" smtClean="0"/>
              <a:t>Asıl başlık stili için tıklatın</a:t>
            </a:r>
            <a:endParaRPr lang="tr-TR" noProof="0" dirty="0"/>
          </a:p>
        </p:txBody>
      </p:sp>
      <p:sp>
        <p:nvSpPr>
          <p:cNvPr id="3" name="Metin Yer Tutucusu 2"/>
          <p:cNvSpPr>
            <a:spLocks noGrp="1"/>
          </p:cNvSpPr>
          <p:nvPr>
            <p:ph type="body" idx="1" hasCustomPrompt="1"/>
          </p:nvPr>
        </p:nvSpPr>
        <p:spPr>
          <a:xfrm>
            <a:off x="508000" y="2244970"/>
            <a:ext cx="5388864"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smtClean="0"/>
              <a:t>Asıl metin stillerini düzenle</a:t>
            </a:r>
            <a:endParaRPr lang="tr-TR" noProof="0" smtClean="0"/>
          </a:p>
        </p:txBody>
      </p:sp>
      <p:sp>
        <p:nvSpPr>
          <p:cNvPr id="5" name="İçerik Yer Tutucusu 4"/>
          <p:cNvSpPr>
            <a:spLocks noGrp="1"/>
          </p:cNvSpPr>
          <p:nvPr>
            <p:ph sz="quarter" idx="2" hasCustomPrompt="1"/>
          </p:nvPr>
        </p:nvSpPr>
        <p:spPr>
          <a:xfrm>
            <a:off x="508000" y="2708519"/>
            <a:ext cx="5388864"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4" name="Metin Yer Tutucusu 3"/>
          <p:cNvSpPr>
            <a:spLocks noGrp="1"/>
          </p:cNvSpPr>
          <p:nvPr>
            <p:ph type="body" sz="half" idx="3" hasCustomPrompt="1"/>
          </p:nvPr>
        </p:nvSpPr>
        <p:spPr>
          <a:xfrm>
            <a:off x="6294968" y="2244970"/>
            <a:ext cx="5389033"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smtClean="0"/>
              <a:t>Asıl metin stillerini düzenle</a:t>
            </a:r>
            <a:endParaRPr lang="tr-TR" noProof="0" smtClean="0"/>
          </a:p>
        </p:txBody>
      </p:sp>
      <p:sp>
        <p:nvSpPr>
          <p:cNvPr id="6" name="İçerik Yer Tutucusu 5"/>
          <p:cNvSpPr>
            <a:spLocks noGrp="1"/>
          </p:cNvSpPr>
          <p:nvPr>
            <p:ph sz="quarter" idx="4" hasCustomPrompt="1"/>
          </p:nvPr>
        </p:nvSpPr>
        <p:spPr>
          <a:xfrm>
            <a:off x="6291073" y="2708519"/>
            <a:ext cx="5389033"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28" name="Alt Bilgi Yer Tutucusu 27"/>
          <p:cNvSpPr>
            <a:spLocks noGrp="1"/>
          </p:cNvSpPr>
          <p:nvPr>
            <p:ph type="ftr" sz="quarter" idx="12"/>
          </p:nvPr>
        </p:nvSpPr>
        <p:spPr/>
        <p:txBody>
          <a:bodyPr rtlCol="0"/>
          <a:lstStyle/>
          <a:p>
            <a:pPr rtl="0"/>
            <a:r>
              <a:rPr lang="tr-TR" noProof="0" dirty="0"/>
              <a:t>Alt bilgi ekleme</a:t>
            </a:r>
            <a:endParaRPr lang="tr-TR" noProof="0" dirty="0"/>
          </a:p>
        </p:txBody>
      </p:sp>
      <p:sp>
        <p:nvSpPr>
          <p:cNvPr id="26" name="Tarih Yer Tutucusu 25"/>
          <p:cNvSpPr>
            <a:spLocks noGrp="1"/>
          </p:cNvSpPr>
          <p:nvPr>
            <p:ph type="dt" sz="half" idx="10"/>
          </p:nvPr>
        </p:nvSpPr>
        <p:spPr/>
        <p:txBody>
          <a:bodyPr rtlCol="0"/>
          <a:lstStyle>
            <a:lvl1pPr>
              <a:defRPr/>
            </a:lvl1pPr>
          </a:lstStyle>
          <a:p>
            <a:fld id="{B72EC71D-25AD-4A7C-AB6C-E63D5EDA9366}" type="datetime1">
              <a:rPr lang="tr-TR" smtClean="0"/>
            </a:fld>
            <a:endParaRPr lang="tr-TR" dirty="0"/>
          </a:p>
        </p:txBody>
      </p:sp>
      <p:sp>
        <p:nvSpPr>
          <p:cNvPr id="27" name="Slayt Numarası Yer Tutucusu 26"/>
          <p:cNvSpPr>
            <a:spLocks noGrp="1"/>
          </p:cNvSpPr>
          <p:nvPr>
            <p:ph type="sldNum" sz="quarter" idx="11"/>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609600" y="1143000"/>
            <a:ext cx="10972800" cy="1069848"/>
          </a:xfrm>
        </p:spPr>
        <p:txBody>
          <a:bodyPr rtlCol="0" anchor="ctr"/>
          <a:lstStyle>
            <a:lvl1pPr>
              <a:defRPr sz="4000">
                <a:solidFill>
                  <a:schemeClr val="tx2"/>
                </a:solidFill>
              </a:defRPr>
            </a:lvl1pPr>
          </a:lstStyle>
          <a:p>
            <a:pPr rtl="0"/>
            <a:r>
              <a:rPr lang="tr-TR" noProof="0" smtClean="0"/>
              <a:t>Asıl başlık stili için tıklatın</a:t>
            </a:r>
            <a:endParaRPr lang="tr-TR" noProof="0" dirty="0"/>
          </a:p>
        </p:txBody>
      </p:sp>
      <p:sp>
        <p:nvSpPr>
          <p:cNvPr id="4" name="Alt Bilgi Yer Tutucusu 3"/>
          <p:cNvSpPr>
            <a:spLocks noGrp="1"/>
          </p:cNvSpPr>
          <p:nvPr>
            <p:ph type="ftr" sz="quarter" idx="11"/>
          </p:nvPr>
        </p:nvSpPr>
        <p:spPr>
          <a:xfrm>
            <a:off x="7010400" y="612648"/>
            <a:ext cx="1767840" cy="457200"/>
          </a:xfrm>
        </p:spPr>
        <p:txBody>
          <a:bodyPr rtlCol="0"/>
          <a:lstStyle/>
          <a:p>
            <a:pPr rtl="0"/>
            <a:r>
              <a:rPr lang="tr-TR" noProof="0" dirty="0"/>
              <a:t>Alt bilgi ekleme</a:t>
            </a:r>
            <a:endParaRPr lang="tr-TR" noProof="0" dirty="0"/>
          </a:p>
        </p:txBody>
      </p:sp>
      <p:sp>
        <p:nvSpPr>
          <p:cNvPr id="3" name="Tarih Yer Tutucusu 2"/>
          <p:cNvSpPr>
            <a:spLocks noGrp="1"/>
          </p:cNvSpPr>
          <p:nvPr>
            <p:ph type="dt" sz="half" idx="10"/>
          </p:nvPr>
        </p:nvSpPr>
        <p:spPr>
          <a:xfrm>
            <a:off x="8778240" y="612648"/>
            <a:ext cx="1276352" cy="457200"/>
          </a:xfrm>
        </p:spPr>
        <p:txBody>
          <a:bodyPr rtlCol="0"/>
          <a:lstStyle>
            <a:lvl1pPr>
              <a:defRPr/>
            </a:lvl1pPr>
          </a:lstStyle>
          <a:p>
            <a:fld id="{851036E3-487C-41B5-92E9-47E0F0B9591B}" type="datetime1">
              <a:rPr lang="tr-TR" smtClean="0"/>
            </a:fld>
            <a:endParaRPr lang="tr-TR" dirty="0"/>
          </a:p>
        </p:txBody>
      </p:sp>
      <p:sp>
        <p:nvSpPr>
          <p:cNvPr id="5" name="Slayt Numarası Yer Tutucusu 4"/>
          <p:cNvSpPr>
            <a:spLocks noGrp="1"/>
          </p:cNvSpPr>
          <p:nvPr>
            <p:ph type="sldNum" sz="quarter" idx="12"/>
          </p:nvPr>
        </p:nvSpPr>
        <p:spPr>
          <a:xfrm>
            <a:off x="10899648" y="2272"/>
            <a:ext cx="1016000" cy="365760"/>
          </a:xfrm>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3" name="Alt Bilgi Yer Tutucusu 2"/>
          <p:cNvSpPr>
            <a:spLocks noGrp="1"/>
          </p:cNvSpPr>
          <p:nvPr>
            <p:ph type="ftr" sz="quarter" idx="11"/>
          </p:nvPr>
        </p:nvSpPr>
        <p:spPr/>
        <p:txBody>
          <a:bodyPr rtlCol="0"/>
          <a:lstStyle/>
          <a:p>
            <a:pPr rtl="0"/>
            <a:r>
              <a:rPr lang="tr-TR" noProof="0" dirty="0"/>
              <a:t>Alt bilgi ekleme</a:t>
            </a:r>
            <a:endParaRPr lang="tr-TR" noProof="0" dirty="0"/>
          </a:p>
        </p:txBody>
      </p:sp>
      <p:sp>
        <p:nvSpPr>
          <p:cNvPr id="2" name="Tarih Yer Tutucusu 1"/>
          <p:cNvSpPr>
            <a:spLocks noGrp="1"/>
          </p:cNvSpPr>
          <p:nvPr>
            <p:ph type="dt" sz="half" idx="10"/>
          </p:nvPr>
        </p:nvSpPr>
        <p:spPr/>
        <p:txBody>
          <a:bodyPr rtlCol="0"/>
          <a:lstStyle>
            <a:lvl1pPr>
              <a:defRPr/>
            </a:lvl1pPr>
          </a:lstStyle>
          <a:p>
            <a:fld id="{E7730CD3-31CA-47BB-8FC4-9AA93086A77D}" type="datetime1">
              <a:rPr lang="tr-TR" smtClean="0"/>
            </a:fld>
            <a:endParaRPr lang="tr-TR" dirty="0"/>
          </a:p>
        </p:txBody>
      </p:sp>
      <p:sp>
        <p:nvSpPr>
          <p:cNvPr id="4" name="Slayt Numarası Yer Tutucusu 3"/>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137995" y="1101970"/>
            <a:ext cx="4511040" cy="877824"/>
          </a:xfrm>
        </p:spPr>
        <p:txBody>
          <a:bodyPr rtlCol="0" anchor="b"/>
          <a:lstStyle>
            <a:lvl1pPr algn="l">
              <a:buNone/>
              <a:defRPr sz="1800" b="1"/>
            </a:lvl1pPr>
          </a:lstStyle>
          <a:p>
            <a:pPr rtl="0"/>
            <a:r>
              <a:rPr lang="tr-TR" noProof="0" dirty="0"/>
              <a:t>Asıl başlık stilini düzenle</a:t>
            </a:r>
            <a:endParaRPr lang="tr-TR" noProof="0" dirty="0"/>
          </a:p>
        </p:txBody>
      </p:sp>
      <p:sp>
        <p:nvSpPr>
          <p:cNvPr id="4" name="İçerik Yer Tutucusu 3"/>
          <p:cNvSpPr>
            <a:spLocks noGrp="1"/>
          </p:cNvSpPr>
          <p:nvPr>
            <p:ph sz="half" idx="1" hasCustomPrompt="1"/>
          </p:nvPr>
        </p:nvSpPr>
        <p:spPr>
          <a:xfrm>
            <a:off x="203200" y="776287"/>
            <a:ext cx="6803136" cy="5805083"/>
          </a:xfrm>
        </p:spPr>
        <p:txBody>
          <a:bodyPr rtlCol="0"/>
          <a:lstStyle>
            <a:lvl1pPr>
              <a:defRPr sz="3200"/>
            </a:lvl1pPr>
            <a:lvl2pPr>
              <a:defRPr sz="2800"/>
            </a:lvl2pPr>
            <a:lvl3pPr>
              <a:defRPr sz="2400"/>
            </a:lvl3pPr>
            <a:lvl4pPr>
              <a:defRPr sz="2000"/>
            </a:lvl4pPr>
            <a:lvl5pPr>
              <a:defRPr sz="20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3" name="Metin Yer Tutucusu 2"/>
          <p:cNvSpPr>
            <a:spLocks noGrp="1"/>
          </p:cNvSpPr>
          <p:nvPr>
            <p:ph type="body" idx="2" hasCustomPrompt="1"/>
          </p:nvPr>
        </p:nvSpPr>
        <p:spPr>
          <a:xfrm>
            <a:off x="7137995" y="2010727"/>
            <a:ext cx="4511040" cy="4580573"/>
          </a:xfrm>
        </p:spPr>
        <p:txBody>
          <a:bodyPr rtlCol="0"/>
          <a:lstStyle>
            <a:lvl1pPr marL="8890" indent="0">
              <a:buNone/>
              <a:defRPr sz="1400"/>
            </a:lvl1pPr>
            <a:lvl2pPr>
              <a:buNone/>
              <a:defRPr sz="1200"/>
            </a:lvl2pPr>
            <a:lvl3pPr>
              <a:buNone/>
              <a:defRPr sz="1000"/>
            </a:lvl3pPr>
            <a:lvl4pPr>
              <a:buNone/>
              <a:defRPr sz="900"/>
            </a:lvl4pPr>
            <a:lvl5pPr>
              <a:buNone/>
              <a:defRPr sz="900"/>
            </a:lvl5pPr>
          </a:lstStyle>
          <a:p>
            <a:pPr lvl="0" rtl="0" eaLnBrk="1" latinLnBrk="0" hangingPunct="1"/>
            <a:r>
              <a:rPr lang="tr-TR" noProof="0" smtClean="0"/>
              <a:t>Asıl metin stillerini düzenle</a:t>
            </a:r>
            <a:endParaRPr lang="tr-TR" noProof="0" smtClean="0"/>
          </a:p>
        </p:txBody>
      </p:sp>
      <p:sp>
        <p:nvSpPr>
          <p:cNvPr id="6" name="Alt Bilgi Yer Tutucusu 5"/>
          <p:cNvSpPr>
            <a:spLocks noGrp="1"/>
          </p:cNvSpPr>
          <p:nvPr>
            <p:ph type="ftr" sz="quarter" idx="11"/>
          </p:nvPr>
        </p:nvSpPr>
        <p:spPr/>
        <p:txBody>
          <a:bodyPr rtlCol="0"/>
          <a:lstStyle/>
          <a:p>
            <a:pPr rtl="0"/>
            <a:r>
              <a:rPr lang="tr-TR" noProof="0" dirty="0"/>
              <a:t>Alt bilgi ekleme</a:t>
            </a:r>
            <a:endParaRPr lang="tr-TR" noProof="0" dirty="0"/>
          </a:p>
        </p:txBody>
      </p:sp>
      <p:sp>
        <p:nvSpPr>
          <p:cNvPr id="5" name="Tarih Yer Tutucusu 4"/>
          <p:cNvSpPr>
            <a:spLocks noGrp="1"/>
          </p:cNvSpPr>
          <p:nvPr>
            <p:ph type="dt" sz="half" idx="10"/>
          </p:nvPr>
        </p:nvSpPr>
        <p:spPr/>
        <p:txBody>
          <a:bodyPr rtlCol="0"/>
          <a:lstStyle>
            <a:lvl1pPr>
              <a:defRPr/>
            </a:lvl1pPr>
          </a:lstStyle>
          <a:p>
            <a:fld id="{90C5B609-EC73-4CF8-A564-D90D0E54FA36}" type="datetime1">
              <a:rPr lang="tr-TR" smtClean="0"/>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Resim Yazılı Resim">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253913" y="1109161"/>
            <a:ext cx="782404" cy="4681637"/>
          </a:xfrm>
        </p:spPr>
        <p:txBody>
          <a:bodyPr vert="vert270" lIns="45720" tIns="0" rIns="45720" rtlCol="0" anchor="t"/>
          <a:lstStyle>
            <a:lvl1pPr algn="ctr">
              <a:buNone/>
              <a:defRPr sz="2000" b="1"/>
            </a:lvl1pPr>
          </a:lstStyle>
          <a:p>
            <a:pPr rtl="0"/>
            <a:r>
              <a:rPr lang="tr-TR" noProof="0" smtClean="0"/>
              <a:t>Asıl başlık stili için tıklatın</a:t>
            </a:r>
            <a:endParaRPr lang="tr-TR" noProof="0" dirty="0"/>
          </a:p>
        </p:txBody>
      </p:sp>
      <p:sp>
        <p:nvSpPr>
          <p:cNvPr id="3" name="Resim Yer Tutucusu 2" descr="Resim eklemek için boş yer tutucu. Yer tutucuya tıklayın ve eklemek istediğiniz resmi seçin"/>
          <p:cNvSpPr>
            <a:spLocks noGrp="1"/>
          </p:cNvSpPr>
          <p:nvPr>
            <p:ph type="pic" idx="1" hasCustomPrompt="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rtlCol="0"/>
          <a:lstStyle>
            <a:lvl1pPr marL="0" indent="0">
              <a:buNone/>
              <a:defRPr sz="3200"/>
            </a:lvl1pPr>
          </a:lstStyle>
          <a:p>
            <a:pPr rtl="0"/>
            <a:r>
              <a:rPr lang="tr-TR" noProof="0" smtClean="0"/>
              <a:t>Resim eklemek için simgeyi tıklatın</a:t>
            </a:r>
            <a:endParaRPr kumimoji="0" lang="tr-TR" noProof="0" dirty="0"/>
          </a:p>
        </p:txBody>
      </p:sp>
      <p:sp>
        <p:nvSpPr>
          <p:cNvPr id="4" name="Metin Yer Tutucusu 3"/>
          <p:cNvSpPr>
            <a:spLocks noGrp="1"/>
          </p:cNvSpPr>
          <p:nvPr>
            <p:ph type="body" sz="half" idx="2" hasCustomPrompt="1"/>
          </p:nvPr>
        </p:nvSpPr>
        <p:spPr>
          <a:xfrm>
            <a:off x="8117924" y="3274309"/>
            <a:ext cx="3454400" cy="2516489"/>
          </a:xfrm>
        </p:spPr>
        <p:txBody>
          <a:bodyPr lIns="0" tIns="0" rIns="45720" rtlCol="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rtl="0" eaLnBrk="1" latinLnBrk="0" hangingPunct="1"/>
            <a:r>
              <a:rPr lang="tr-TR" noProof="0" smtClean="0"/>
              <a:t>Asıl metin stillerini düzenle</a:t>
            </a:r>
            <a:endParaRPr lang="tr-TR" noProof="0" smtClean="0"/>
          </a:p>
        </p:txBody>
      </p:sp>
      <p:sp>
        <p:nvSpPr>
          <p:cNvPr id="6" name="Alt Bilgi Yer Tutucusu 5"/>
          <p:cNvSpPr>
            <a:spLocks noGrp="1"/>
          </p:cNvSpPr>
          <p:nvPr>
            <p:ph type="ftr" sz="quarter" idx="11"/>
          </p:nvPr>
        </p:nvSpPr>
        <p:spPr/>
        <p:txBody>
          <a:bodyPr rtlCol="0"/>
          <a:lstStyle/>
          <a:p>
            <a:pPr rtl="0"/>
            <a:r>
              <a:rPr lang="tr-TR" noProof="0" dirty="0"/>
              <a:t>Alt bilgi ekleme</a:t>
            </a:r>
            <a:endParaRPr lang="tr-TR" noProof="0" dirty="0"/>
          </a:p>
        </p:txBody>
      </p:sp>
      <p:sp>
        <p:nvSpPr>
          <p:cNvPr id="5" name="Tarih Yer Tutucusu 4"/>
          <p:cNvSpPr>
            <a:spLocks noGrp="1"/>
          </p:cNvSpPr>
          <p:nvPr>
            <p:ph type="dt" sz="half" idx="10"/>
          </p:nvPr>
        </p:nvSpPr>
        <p:spPr/>
        <p:txBody>
          <a:bodyPr rtlCol="0"/>
          <a:lstStyle>
            <a:lvl1pPr>
              <a:defRPr/>
            </a:lvl1pPr>
          </a:lstStyle>
          <a:p>
            <a:fld id="{D85D7756-B745-4648-9348-5BA7D8FC560E}" type="datetime1">
              <a:rPr lang="tr-TR" smtClean="0"/>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rtlCol="0"/>
          <a:lstStyle/>
          <a:p>
            <a:pPr rtl="0"/>
            <a:r>
              <a:rPr lang="tr-TR" noProof="0" smtClean="0"/>
              <a:t>Asıl başlık stili için tıklatın</a:t>
            </a:r>
            <a:endParaRPr lang="tr-TR" noProof="0" dirty="0"/>
          </a:p>
        </p:txBody>
      </p:sp>
      <p:sp>
        <p:nvSpPr>
          <p:cNvPr id="3" name="Dikey Metin Yer Tutucusu 2"/>
          <p:cNvSpPr>
            <a:spLocks noGrp="1"/>
          </p:cNvSpPr>
          <p:nvPr>
            <p:ph type="body" orient="vert" idx="1" hasCustomPrompt="1"/>
          </p:nvPr>
        </p:nvSpPr>
        <p:spPr/>
        <p:txBody>
          <a:bodyPr vert="eaVert" rtlCol="0"/>
          <a:lstStyle>
            <a:lvl1pPr>
              <a:defRPr/>
            </a:lvl1pPr>
            <a:lvl5pPr>
              <a:defRPr/>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443DEEBB-C631-4BE4-9EB9-151005B5892D}"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hasCustomPrompt="1"/>
          </p:nvPr>
        </p:nvSpPr>
        <p:spPr>
          <a:xfrm>
            <a:off x="9042400" y="1143000"/>
            <a:ext cx="2540000" cy="5448300"/>
          </a:xfrm>
        </p:spPr>
        <p:txBody>
          <a:bodyPr vert="eaVert" rtlCol="0"/>
          <a:lstStyle>
            <a:lvl1pPr>
              <a:defRPr/>
            </a:lvl1pPr>
          </a:lstStyle>
          <a:p>
            <a:pPr rtl="0"/>
            <a:r>
              <a:rPr lang="tr-TR" noProof="0" dirty="0"/>
              <a:t>Asıl başlık stilini düzenle</a:t>
            </a:r>
            <a:endParaRPr lang="tr-TR" noProof="0" dirty="0"/>
          </a:p>
        </p:txBody>
      </p:sp>
      <p:sp>
        <p:nvSpPr>
          <p:cNvPr id="3" name="Dikey Metin Yer Tutucusu 2"/>
          <p:cNvSpPr>
            <a:spLocks noGrp="1"/>
          </p:cNvSpPr>
          <p:nvPr>
            <p:ph type="body" orient="vert" idx="1" hasCustomPrompt="1"/>
          </p:nvPr>
        </p:nvSpPr>
        <p:spPr>
          <a:xfrm>
            <a:off x="609600" y="1143000"/>
            <a:ext cx="8331200" cy="5448300"/>
          </a:xfrm>
        </p:spPr>
        <p:txBody>
          <a:bodyPr vert="eaVert" rtlCol="0"/>
          <a:lstStyle>
            <a:lvl5pPr>
              <a:defRPr/>
            </a:lvl5pPr>
          </a:lstStyle>
          <a:p>
            <a:pPr lvl="0" rtl="0" eaLnBrk="1" latinLnBrk="0" hangingPunct="1"/>
            <a:r>
              <a:rPr lang="tr-TR" noProof="0" dirty="0"/>
              <a:t>Asıl metin stillerini düzenlemek için tıklayın</a:t>
            </a:r>
            <a:endParaRPr lang="tr-TR" noProof="0" dirty="0"/>
          </a:p>
          <a:p>
            <a:pPr lvl="1" rtl="0" eaLnBrk="1" latinLnBrk="0" hangingPunct="1"/>
            <a:r>
              <a:rPr lang="tr-TR" noProof="0" dirty="0"/>
              <a:t>İkinci düzey</a:t>
            </a:r>
            <a:endParaRPr lang="tr-TR" noProof="0" dirty="0"/>
          </a:p>
          <a:p>
            <a:pPr lvl="2" rtl="0" eaLnBrk="1" latinLnBrk="0" hangingPunct="1"/>
            <a:r>
              <a:rPr lang="tr-TR" noProof="0" dirty="0"/>
              <a:t>Üçüncü düzey</a:t>
            </a:r>
            <a:endParaRPr lang="tr-TR" noProof="0" dirty="0"/>
          </a:p>
          <a:p>
            <a:pPr lvl="3" rtl="0" eaLnBrk="1" latinLnBrk="0" hangingPunct="1"/>
            <a:r>
              <a:rPr lang="tr-TR" noProof="0" dirty="0"/>
              <a:t>Dördüncü düzey</a:t>
            </a:r>
            <a:endParaRPr lang="tr-TR" noProof="0" dirty="0"/>
          </a:p>
          <a:p>
            <a:pPr lvl="4" rtl="0" eaLnBrk="1" latinLnBrk="0" hangingPunct="1"/>
            <a:r>
              <a:rPr lang="tr-TR" noProof="0" dirty="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C76B82DB-6D5C-486A-98D3-E008B7673553}"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Dikdörtgen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9" name="Dikdörtgen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0" name="Dikdörtgen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1" name="Dikdörtgen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2" name="Dikdörtgen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3" name="Yuvarlatılmış Dikdörtgen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4" name="Yuvarlatılmış Dikdörtgen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5" name="Dikdörtgen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6" name="Dikdörtgen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7" name="Dikdörtgen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8" name="Dikdörtgen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9" name="Dikdörtgen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40" name="Dikdörtgen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2" name="Başlık Yer Tutucusu 21"/>
          <p:cNvSpPr>
            <a:spLocks noGrp="1"/>
          </p:cNvSpPr>
          <p:nvPr>
            <p:ph type="title"/>
          </p:nvPr>
        </p:nvSpPr>
        <p:spPr>
          <a:xfrm>
            <a:off x="609600" y="1143000"/>
            <a:ext cx="10972800" cy="1066800"/>
          </a:xfrm>
          <a:prstGeom prst="rect">
            <a:avLst/>
          </a:prstGeom>
        </p:spPr>
        <p:txBody>
          <a:bodyPr vert="horz" rtlCol="0" anchor="ctr">
            <a:normAutofit/>
          </a:bodyPr>
          <a:lstStyle/>
          <a:p>
            <a:pPr rtl="0"/>
            <a:r>
              <a:rPr lang="tr-TR" noProof="0" dirty="0"/>
              <a:t>Asıl başlık stilini düzenlemek için tıklayın</a:t>
            </a:r>
            <a:endParaRPr lang="tr-TR" noProof="0" dirty="0"/>
          </a:p>
        </p:txBody>
      </p:sp>
      <p:sp>
        <p:nvSpPr>
          <p:cNvPr id="13" name="Metin Yer Tutucusu 12"/>
          <p:cNvSpPr>
            <a:spLocks noGrp="1"/>
          </p:cNvSpPr>
          <p:nvPr>
            <p:ph type="body" idx="1"/>
          </p:nvPr>
        </p:nvSpPr>
        <p:spPr>
          <a:xfrm>
            <a:off x="609600" y="2249424"/>
            <a:ext cx="10972800" cy="4325112"/>
          </a:xfrm>
          <a:prstGeom prst="rect">
            <a:avLst/>
          </a:prstGeom>
        </p:spPr>
        <p:txBody>
          <a:bodyPr vert="horz" rtlCol="0">
            <a:normAutofit/>
          </a:bodyPr>
          <a:lstStyle/>
          <a:p>
            <a:pPr lvl="0" rtl="0"/>
            <a:r>
              <a:rPr lang="tr-TR" noProof="0" dirty="0"/>
              <a:t>Asıl metin stillerini düzenle</a:t>
            </a:r>
            <a:endParaRPr lang="tr-TR" noProof="0" dirty="0"/>
          </a:p>
          <a:p>
            <a:pPr lvl="1" rtl="0"/>
            <a:r>
              <a:rPr lang="tr-TR" noProof="0" dirty="0"/>
              <a:t>İkinci düzey</a:t>
            </a:r>
            <a:endParaRPr lang="tr-TR" noProof="0" dirty="0"/>
          </a:p>
          <a:p>
            <a:pPr lvl="2" rtl="0"/>
            <a:r>
              <a:rPr lang="tr-TR" noProof="0" dirty="0"/>
              <a:t>Üçüncü düzey</a:t>
            </a:r>
            <a:endParaRPr lang="tr-TR" noProof="0" dirty="0"/>
          </a:p>
          <a:p>
            <a:pPr lvl="3" rtl="0"/>
            <a:r>
              <a:rPr lang="tr-TR" noProof="0" dirty="0"/>
              <a:t>Dördüncü düzey</a:t>
            </a:r>
            <a:endParaRPr lang="tr-TR" noProof="0" dirty="0"/>
          </a:p>
          <a:p>
            <a:pPr lvl="4" rtl="0"/>
            <a:r>
              <a:rPr lang="tr-TR" noProof="0" dirty="0"/>
              <a:t>Beşinci düzey</a:t>
            </a:r>
            <a:endParaRPr lang="tr-TR" noProof="0" dirty="0"/>
          </a:p>
        </p:txBody>
      </p:sp>
      <p:sp>
        <p:nvSpPr>
          <p:cNvPr id="3" name="Alt Bilgi Yer Tutucusu 2"/>
          <p:cNvSpPr>
            <a:spLocks noGrp="1"/>
          </p:cNvSpPr>
          <p:nvPr>
            <p:ph type="ftr" sz="quarter" idx="3"/>
          </p:nvPr>
        </p:nvSpPr>
        <p:spPr>
          <a:xfrm>
            <a:off x="7010400" y="612648"/>
            <a:ext cx="1767840" cy="457200"/>
          </a:xfrm>
          <a:prstGeom prst="rect">
            <a:avLst/>
          </a:prstGeom>
        </p:spPr>
        <p:txBody>
          <a:bodyPr vert="horz" rtlCol="0"/>
          <a:lstStyle>
            <a:lvl1pPr algn="r" eaLnBrk="1" latinLnBrk="0" hangingPunct="1">
              <a:defRPr kumimoji="0" sz="1100">
                <a:solidFill>
                  <a:schemeClr val="accent2">
                    <a:lumMod val="75000"/>
                  </a:schemeClr>
                </a:solidFill>
              </a:defRPr>
            </a:lvl1pPr>
          </a:lstStyle>
          <a:p>
            <a:pPr rtl="0"/>
            <a:r>
              <a:rPr lang="tr-TR" noProof="0" dirty="0"/>
              <a:t>Alt bilgi ekleme</a:t>
            </a:r>
            <a:endParaRPr lang="tr-TR" noProof="0" dirty="0"/>
          </a:p>
        </p:txBody>
      </p:sp>
      <p:sp>
        <p:nvSpPr>
          <p:cNvPr id="14" name="Tarih Yer Tutucusu 13"/>
          <p:cNvSpPr>
            <a:spLocks noGrp="1"/>
          </p:cNvSpPr>
          <p:nvPr>
            <p:ph type="dt" sz="half" idx="2"/>
          </p:nvPr>
        </p:nvSpPr>
        <p:spPr>
          <a:xfrm>
            <a:off x="8782048" y="612648"/>
            <a:ext cx="1276352" cy="457200"/>
          </a:xfrm>
          <a:prstGeom prst="rect">
            <a:avLst/>
          </a:prstGeom>
        </p:spPr>
        <p:txBody>
          <a:bodyPr vert="horz" rtlCol="0"/>
          <a:lstStyle>
            <a:lvl1pPr algn="l" eaLnBrk="1" latinLnBrk="0" hangingPunct="1">
              <a:defRPr kumimoji="0" sz="1100">
                <a:solidFill>
                  <a:schemeClr val="accent2">
                    <a:lumMod val="75000"/>
                  </a:schemeClr>
                </a:solidFill>
              </a:defRPr>
            </a:lvl1pPr>
          </a:lstStyle>
          <a:p>
            <a:fld id="{8A9E5AA4-4083-47B0-96D9-3464BE7D917D}" type="datetime1">
              <a:rPr lang="tr-TR" smtClean="0"/>
            </a:fld>
            <a:endParaRPr lang="tr-TR" dirty="0"/>
          </a:p>
        </p:txBody>
      </p:sp>
      <p:sp>
        <p:nvSpPr>
          <p:cNvPr id="23" name="Slayt Numarası Yer Tutucusu 22"/>
          <p:cNvSpPr>
            <a:spLocks noGrp="1"/>
          </p:cNvSpPr>
          <p:nvPr>
            <p:ph type="sldNum" sz="quarter" idx="4"/>
          </p:nvPr>
        </p:nvSpPr>
        <p:spPr>
          <a:xfrm>
            <a:off x="10899648" y="2272"/>
            <a:ext cx="1016000" cy="365760"/>
          </a:xfrm>
          <a:prstGeom prst="rect">
            <a:avLst/>
          </a:prstGeom>
        </p:spPr>
        <p:txBody>
          <a:bodyPr vert="horz" rtlCol="0" anchor="b"/>
          <a:lstStyle>
            <a:lvl1pPr algn="r" eaLnBrk="1" latinLnBrk="0" hangingPunct="1">
              <a:defRPr kumimoji="0" sz="1800">
                <a:solidFill>
                  <a:srgbClr val="FFFFFF"/>
                </a:solidFill>
              </a:defRPr>
            </a:lvl1pPr>
          </a:lstStyle>
          <a:p>
            <a:pPr rtl="0"/>
            <a:fld id="{401CF334-2D5C-4859-84A6-CA7E6E43FAEB}" type="slidenum">
              <a:rPr lang="tr-TR" noProof="0" smtClean="0"/>
            </a:fld>
            <a:endParaRPr lang="tr-TR" noProof="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5905" algn="l" rtl="0" eaLnBrk="1" latinLnBrk="0" hangingPunct="1">
        <a:spcBef>
          <a:spcPts val="300"/>
        </a:spcBef>
        <a:buClr>
          <a:schemeClr val="accent3">
            <a:lumMod val="75000"/>
          </a:schemeClr>
        </a:buClr>
        <a:buFont typeface="Georgia" panose="02040502050405020303"/>
        <a:buChar char="•"/>
        <a:defRPr kumimoji="0" sz="2800" kern="1200">
          <a:solidFill>
            <a:schemeClr val="tx2"/>
          </a:solidFill>
          <a:latin typeface="+mn-lt"/>
          <a:ea typeface="+mn-ea"/>
          <a:cs typeface="+mn-cs"/>
        </a:defRPr>
      </a:lvl1pPr>
      <a:lvl2pPr marL="658495" indent="-247015" algn="l" rtl="0" eaLnBrk="1" latinLnBrk="0" hangingPunct="1">
        <a:spcBef>
          <a:spcPts val="300"/>
        </a:spcBef>
        <a:buClr>
          <a:schemeClr val="accent2">
            <a:lumMod val="75000"/>
          </a:schemeClr>
        </a:buClr>
        <a:buFont typeface="Georgia" panose="02040502050405020303"/>
        <a:buChar char="▫"/>
        <a:defRPr kumimoji="0" sz="2600" kern="1200">
          <a:solidFill>
            <a:schemeClr val="tx2"/>
          </a:solidFill>
          <a:latin typeface="+mn-lt"/>
          <a:ea typeface="+mn-ea"/>
          <a:cs typeface="+mn-cs"/>
        </a:defRPr>
      </a:lvl2pPr>
      <a:lvl3pPr marL="923290" indent="-219710" algn="l" rtl="0" eaLnBrk="1" latinLnBrk="0" hangingPunct="1">
        <a:spcBef>
          <a:spcPts val="300"/>
        </a:spcBef>
        <a:buClr>
          <a:schemeClr val="accent1">
            <a:lumMod val="50000"/>
          </a:schemeClr>
        </a:buClr>
        <a:buFont typeface="Wingdings 2" panose="05020102010507070707" pitchFamily="18" charset="2"/>
        <a:buChar char=""/>
        <a:defRPr kumimoji="0" sz="2400" kern="1200">
          <a:solidFill>
            <a:schemeClr val="tx2"/>
          </a:solidFill>
          <a:latin typeface="+mn-lt"/>
          <a:ea typeface="+mn-ea"/>
          <a:cs typeface="+mn-cs"/>
        </a:defRPr>
      </a:lvl3pPr>
      <a:lvl4pPr marL="1179830" indent="-201295" algn="l" rtl="0" eaLnBrk="1" latinLnBrk="0" hangingPunct="1">
        <a:spcBef>
          <a:spcPts val="300"/>
        </a:spcBef>
        <a:buClr>
          <a:schemeClr val="accent1">
            <a:lumMod val="50000"/>
          </a:schemeClr>
        </a:buClr>
        <a:buFont typeface="Wingdings 2" panose="05020102010507070707" pitchFamily="18" charset="2"/>
        <a:buChar char=""/>
        <a:defRPr kumimoji="0" sz="2200" kern="1200">
          <a:solidFill>
            <a:schemeClr val="tx2"/>
          </a:solidFill>
          <a:latin typeface="+mn-lt"/>
          <a:ea typeface="+mn-ea"/>
          <a:cs typeface="+mn-cs"/>
        </a:defRPr>
      </a:lvl4pPr>
      <a:lvl5pPr marL="1390015" indent="-182880" algn="l" rtl="0" eaLnBrk="1" latinLnBrk="0" hangingPunct="1">
        <a:spcBef>
          <a:spcPts val="300"/>
        </a:spcBef>
        <a:buClr>
          <a:schemeClr val="accent1">
            <a:lumMod val="50000"/>
          </a:schemeClr>
        </a:buClr>
        <a:buFont typeface="Wingdings 2" panose="05020102010507070707" pitchFamily="18" charset="2"/>
        <a:buChar char=""/>
        <a:defRPr kumimoji="0" sz="2000" kern="1200">
          <a:solidFill>
            <a:schemeClr val="tx2"/>
          </a:solidFill>
          <a:latin typeface="+mn-lt"/>
          <a:ea typeface="+mn-ea"/>
          <a:cs typeface="+mn-cs"/>
        </a:defRPr>
      </a:lvl5pPr>
      <a:lvl6pPr marL="1609090" indent="-182880" algn="l" rtl="0" eaLnBrk="1" latinLnBrk="0" hangingPunct="1">
        <a:spcBef>
          <a:spcPts val="300"/>
        </a:spcBef>
        <a:buClr>
          <a:schemeClr val="accent1">
            <a:lumMod val="50000"/>
          </a:schemeClr>
        </a:buClr>
        <a:buFont typeface="Wingdings 2" panose="05020102010507070707" pitchFamily="18" charset="2"/>
        <a:buChar char=""/>
        <a:defRPr kumimoji="0" sz="1800" kern="1200">
          <a:solidFill>
            <a:schemeClr val="tx2"/>
          </a:solidFill>
          <a:latin typeface="+mn-lt"/>
          <a:ea typeface="+mn-ea"/>
          <a:cs typeface="+mn-cs"/>
        </a:defRPr>
      </a:lvl6pPr>
      <a:lvl7pPr marL="1828800" indent="-182880" algn="l" rtl="0" eaLnBrk="1" latinLnBrk="0" hangingPunct="1">
        <a:spcBef>
          <a:spcPts val="300"/>
        </a:spcBef>
        <a:buClr>
          <a:schemeClr val="accent1">
            <a:lumMod val="50000"/>
          </a:schemeClr>
        </a:buClr>
        <a:buFont typeface="Wingdings 2" panose="05020102010507070707" pitchFamily="18" charset="2"/>
        <a:buChar char=""/>
        <a:defRPr kumimoji="0" sz="1600" kern="1200">
          <a:solidFill>
            <a:schemeClr val="tx2"/>
          </a:solidFill>
          <a:latin typeface="+mn-lt"/>
          <a:ea typeface="+mn-ea"/>
          <a:cs typeface="+mn-cs"/>
        </a:defRPr>
      </a:lvl7pPr>
      <a:lvl8pPr marL="2030095" indent="-182880" algn="l" rtl="0" eaLnBrk="1" latinLnBrk="0" hangingPunct="1">
        <a:spcBef>
          <a:spcPts val="300"/>
        </a:spcBef>
        <a:buClr>
          <a:schemeClr val="accent1">
            <a:lumMod val="50000"/>
          </a:schemeClr>
        </a:buClr>
        <a:buFont typeface="Wingdings 2" panose="05020102010507070707" pitchFamily="18" charset="2"/>
        <a:buChar char=""/>
        <a:defRPr kumimoji="0" sz="1500" kern="1200">
          <a:solidFill>
            <a:schemeClr val="tx2"/>
          </a:solidFill>
          <a:latin typeface="+mn-lt"/>
          <a:ea typeface="+mn-ea"/>
          <a:cs typeface="+mn-cs"/>
        </a:defRPr>
      </a:lvl8pPr>
      <a:lvl9pPr marL="2240280" indent="-182880" algn="l" rtl="0" eaLnBrk="1" latinLnBrk="0" hangingPunct="1">
        <a:spcBef>
          <a:spcPts val="300"/>
        </a:spcBef>
        <a:buClr>
          <a:schemeClr val="accent1">
            <a:lumMod val="50000"/>
          </a:schemeClr>
        </a:buClr>
        <a:buFont typeface="Wingdings 2" panose="05020102010507070707" pitchFamily="18" charset="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rtlCol="0"/>
          <a:lstStyle/>
          <a:p>
            <a:pPr rtl="0"/>
            <a:r>
              <a:rPr lang="tr-TR" dirty="0" smtClean="0"/>
              <a:t>Ağ ve Bilişim Güvenliği</a:t>
            </a:r>
            <a:endParaRPr lang="tr-TR" dirty="0"/>
          </a:p>
        </p:txBody>
      </p:sp>
      <p:sp>
        <p:nvSpPr>
          <p:cNvPr id="3" name="Alt Başlık 2"/>
          <p:cNvSpPr>
            <a:spLocks noGrp="1"/>
          </p:cNvSpPr>
          <p:nvPr>
            <p:ph type="subTitle" idx="1"/>
          </p:nvPr>
        </p:nvSpPr>
        <p:spPr/>
        <p:txBody>
          <a:bodyPr rtlCol="0"/>
          <a:lstStyle/>
          <a:p>
            <a:pPr rtl="0"/>
            <a:r>
              <a:rPr lang="tr-TR" dirty="0" err="1" smtClean="0"/>
              <a:t>Öğr</a:t>
            </a:r>
            <a:r>
              <a:rPr lang="tr-TR" dirty="0" smtClean="0"/>
              <a:t>. Gör. Zafer SERİN</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TARİHİ(ASİMETRİK ŞİFRELEME)</a:t>
            </a:r>
            <a:endParaRPr lang="tr-TR" dirty="0"/>
          </a:p>
        </p:txBody>
      </p:sp>
      <p:sp>
        <p:nvSpPr>
          <p:cNvPr id="3" name="İçerik Yer Tutucusu 2"/>
          <p:cNvSpPr>
            <a:spLocks noGrp="1"/>
          </p:cNvSpPr>
          <p:nvPr>
            <p:ph idx="1"/>
          </p:nvPr>
        </p:nvSpPr>
        <p:spPr/>
        <p:txBody>
          <a:bodyPr/>
          <a:lstStyle/>
          <a:p>
            <a:r>
              <a:rPr lang="tr-TR" dirty="0" smtClean="0"/>
              <a:t>1975 yılında </a:t>
            </a:r>
            <a:r>
              <a:rPr lang="tr-TR" dirty="0" err="1" smtClean="0"/>
              <a:t>Diffie</a:t>
            </a:r>
            <a:r>
              <a:rPr lang="tr-TR" dirty="0" smtClean="0"/>
              <a:t> ve </a:t>
            </a:r>
            <a:r>
              <a:rPr lang="tr-TR" dirty="0" err="1" smtClean="0"/>
              <a:t>Hellman</a:t>
            </a:r>
            <a:r>
              <a:rPr lang="tr-TR" dirty="0" smtClean="0"/>
              <a:t> tarafından asimetrik şifreleme bulunmuştur.</a:t>
            </a:r>
            <a:endParaRPr lang="tr-TR" dirty="0" smtClean="0"/>
          </a:p>
          <a:p>
            <a:r>
              <a:rPr lang="tr-TR" dirty="0" smtClean="0"/>
              <a:t>Asimetrik şifreleme bulunana kadar şifreleme işlemleri için kullanılan anahtar açık bir şekilde paylaşılmaktaydı.</a:t>
            </a:r>
            <a:endParaRPr lang="tr-TR" dirty="0" smtClean="0"/>
          </a:p>
          <a:p>
            <a:r>
              <a:rPr lang="tr-TR" dirty="0" smtClean="0"/>
              <a:t>Asimetrik şifreleme şu şekilde anlatılabilir: bir kutu olduğunu ve içinde gizli bilginin olduğunu varsayalım A kişisi bu kutuyu B kişisine gönderirken önce kendisi bir kilit ekler, B’ye ulaşan kilitli kutuya B tarafından bir kilit daha eklenir ve A’ya gönderilir. A 2 kilitten kendi eklediği kilidi açar ve B’ye gönderir; B’de kendi kilidini açar.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TARİHİ(ASİMETRİK ŞİFRELEME)</a:t>
            </a:r>
            <a:endParaRPr lang="tr-TR" dirty="0"/>
          </a:p>
        </p:txBody>
      </p:sp>
      <p:pic>
        <p:nvPicPr>
          <p:cNvPr id="4" name="İçerik Yer Tutucusu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579740" y="2209800"/>
            <a:ext cx="7032519" cy="3960000"/>
          </a:xfr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TARİHİ(RSA)</a:t>
            </a:r>
            <a:endParaRPr lang="tr-TR" dirty="0"/>
          </a:p>
        </p:txBody>
      </p:sp>
      <p:sp>
        <p:nvSpPr>
          <p:cNvPr id="3" name="İçerik Yer Tutucusu 2"/>
          <p:cNvSpPr>
            <a:spLocks noGrp="1"/>
          </p:cNvSpPr>
          <p:nvPr>
            <p:ph idx="1"/>
          </p:nvPr>
        </p:nvSpPr>
        <p:spPr/>
        <p:txBody>
          <a:bodyPr/>
          <a:lstStyle/>
          <a:p>
            <a:r>
              <a:rPr lang="tr-TR" dirty="0" smtClean="0"/>
              <a:t>Asimetrik şifrelemenin öneminin ve güvenliğinin öne çıkması sonrası 1977 yılında </a:t>
            </a:r>
            <a:r>
              <a:rPr lang="tr-TR" dirty="0" err="1" smtClean="0"/>
              <a:t>Ron</a:t>
            </a:r>
            <a:r>
              <a:rPr lang="tr-TR" dirty="0" smtClean="0"/>
              <a:t> </a:t>
            </a:r>
            <a:r>
              <a:rPr lang="tr-TR" dirty="0" err="1" smtClean="0"/>
              <a:t>Rivest</a:t>
            </a:r>
            <a:r>
              <a:rPr lang="tr-TR" dirty="0" smtClean="0"/>
              <a:t>, Adi </a:t>
            </a:r>
            <a:r>
              <a:rPr lang="tr-TR" dirty="0" err="1" smtClean="0"/>
              <a:t>Shamir</a:t>
            </a:r>
            <a:r>
              <a:rPr lang="tr-TR" dirty="0" smtClean="0"/>
              <a:t> ve </a:t>
            </a:r>
            <a:r>
              <a:rPr lang="tr-TR" dirty="0" err="1" smtClean="0"/>
              <a:t>Leonard</a:t>
            </a:r>
            <a:r>
              <a:rPr lang="tr-TR" dirty="0" smtClean="0"/>
              <a:t> </a:t>
            </a:r>
            <a:r>
              <a:rPr lang="tr-TR" dirty="0" err="1" smtClean="0"/>
              <a:t>Adleman</a:t>
            </a:r>
            <a:r>
              <a:rPr lang="tr-TR" dirty="0" smtClean="0"/>
              <a:t> tarafından baş harflerini içeren RSA şifreleme yöntemi geliştirilmiştir.</a:t>
            </a:r>
            <a:endParaRPr lang="tr-TR" dirty="0" smtClean="0"/>
          </a:p>
          <a:p>
            <a:r>
              <a:rPr lang="tr-TR" dirty="0" smtClean="0"/>
              <a:t>RSA şu an günümüzde dahi kullanılan ve tam sayıları çarpanlarına ayırmanın </a:t>
            </a:r>
            <a:r>
              <a:rPr lang="tr-TR" dirty="0" err="1" smtClean="0"/>
              <a:t>algoritmik</a:t>
            </a:r>
            <a:r>
              <a:rPr lang="tr-TR" dirty="0" smtClean="0"/>
              <a:t> zorluğuna dayanan bir yöntemdir.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TARİHİ(RSA)</a:t>
            </a:r>
            <a:endParaRPr lang="tr-TR" dirty="0"/>
          </a:p>
        </p:txBody>
      </p:sp>
      <p:pic>
        <p:nvPicPr>
          <p:cNvPr id="4" name="İçerik Yer Tutucusu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586950" y="2209800"/>
            <a:ext cx="7018100" cy="3960000"/>
          </a:xfr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TARİHİ(ELİPTİK EĞRİ YÖNTEMİ)</a:t>
            </a:r>
            <a:endParaRPr lang="tr-TR" dirty="0"/>
          </a:p>
        </p:txBody>
      </p:sp>
      <p:sp>
        <p:nvSpPr>
          <p:cNvPr id="3" name="İçerik Yer Tutucusu 2"/>
          <p:cNvSpPr>
            <a:spLocks noGrp="1"/>
          </p:cNvSpPr>
          <p:nvPr>
            <p:ph idx="1"/>
          </p:nvPr>
        </p:nvSpPr>
        <p:spPr/>
        <p:txBody>
          <a:bodyPr/>
          <a:lstStyle/>
          <a:p>
            <a:r>
              <a:rPr lang="en-US" altLang="tr-TR" dirty="0"/>
              <a:t>ECC, RSA ile ayn</a:t>
            </a:r>
            <a:r>
              <a:rPr lang="en-US" altLang="en-US" dirty="0"/>
              <a:t>ı</a:t>
            </a:r>
            <a:r>
              <a:rPr lang="en-US" altLang="tr-TR" dirty="0"/>
              <a:t> g</a:t>
            </a:r>
            <a:r>
              <a:rPr lang="en-US" altLang="en-US" dirty="0"/>
              <a:t>ü</a:t>
            </a:r>
            <a:r>
              <a:rPr lang="en-US" altLang="tr-TR" dirty="0"/>
              <a:t>venlik seviyesini </a:t>
            </a:r>
            <a:r>
              <a:rPr lang="en-US" altLang="en-US" dirty="0"/>
              <a:t>ç</a:t>
            </a:r>
            <a:r>
              <a:rPr lang="en-US" altLang="tr-TR" dirty="0"/>
              <a:t>ok daha k</a:t>
            </a:r>
            <a:r>
              <a:rPr lang="en-US" altLang="en-US" dirty="0"/>
              <a:t>ı</a:t>
            </a:r>
            <a:r>
              <a:rPr lang="en-US" altLang="tr-TR" dirty="0"/>
              <a:t>sa anahtar uzunluklar</a:t>
            </a:r>
            <a:r>
              <a:rPr lang="en-US" altLang="en-US" dirty="0"/>
              <a:t>ı</a:t>
            </a:r>
            <a:r>
              <a:rPr lang="en-US" altLang="tr-TR" dirty="0"/>
              <a:t>yla sa</a:t>
            </a:r>
            <a:r>
              <a:rPr lang="en-US" altLang="en-US" dirty="0"/>
              <a:t>ğ</a:t>
            </a:r>
            <a:r>
              <a:rPr lang="en-US" altLang="tr-TR" dirty="0"/>
              <a:t>lar. (</a:t>
            </a:r>
            <a:r>
              <a:rPr lang="en-US" altLang="en-US" dirty="0"/>
              <a:t>Ö</a:t>
            </a:r>
            <a:r>
              <a:rPr lang="en-US" altLang="tr-TR" dirty="0"/>
              <a:t>rne</a:t>
            </a:r>
            <a:r>
              <a:rPr lang="en-US" altLang="en-US" dirty="0"/>
              <a:t>ğ</a:t>
            </a:r>
            <a:r>
              <a:rPr lang="en-US" altLang="tr-TR" dirty="0"/>
              <a:t>in: 256-bit ECC anahtar</a:t>
            </a:r>
            <a:r>
              <a:rPr lang="en-US" altLang="en-US" dirty="0"/>
              <a:t>ı</a:t>
            </a:r>
            <a:r>
              <a:rPr lang="en-US" altLang="tr-TR" dirty="0"/>
              <a:t>, 3072-bit RSA anahtar</a:t>
            </a:r>
            <a:r>
              <a:rPr lang="en-US" altLang="en-US" dirty="0"/>
              <a:t>ı</a:t>
            </a:r>
            <a:r>
              <a:rPr lang="en-US" altLang="tr-TR" dirty="0"/>
              <a:t>na denktir). Bu sayede mobil cihazlarda pil ve i</a:t>
            </a:r>
            <a:r>
              <a:rPr lang="en-US" altLang="en-US" dirty="0"/>
              <a:t>ş</a:t>
            </a:r>
            <a:r>
              <a:rPr lang="en-US" altLang="tr-TR" dirty="0"/>
              <a:t>lemci g</a:t>
            </a:r>
            <a:r>
              <a:rPr lang="en-US" altLang="en-US" dirty="0"/>
              <a:t>ü</a:t>
            </a:r>
            <a:r>
              <a:rPr lang="en-US" altLang="tr-TR" dirty="0"/>
              <a:t>c</a:t>
            </a:r>
            <a:r>
              <a:rPr lang="en-US" altLang="en-US" dirty="0"/>
              <a:t>ü</a:t>
            </a:r>
            <a:r>
              <a:rPr lang="en-US" altLang="tr-TR" dirty="0"/>
              <a:t>nden tasarruf edilir.</a:t>
            </a:r>
            <a:endParaRPr lang="en-US" altLang="tr-TR" dirty="0"/>
          </a:p>
        </p:txBody>
      </p:sp>
      <p:pic>
        <p:nvPicPr>
          <p:cNvPr id="5" name="Resim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68307" y="3694536"/>
            <a:ext cx="2855386" cy="288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TARİHİ(AES)</a:t>
            </a:r>
            <a:endParaRPr lang="tr-TR" dirty="0"/>
          </a:p>
        </p:txBody>
      </p:sp>
      <p:sp>
        <p:nvSpPr>
          <p:cNvPr id="3" name="İçerik Yer Tutucusu 2"/>
          <p:cNvSpPr>
            <a:spLocks noGrp="1"/>
          </p:cNvSpPr>
          <p:nvPr>
            <p:ph idx="1"/>
          </p:nvPr>
        </p:nvSpPr>
        <p:spPr/>
        <p:txBody>
          <a:bodyPr/>
          <a:lstStyle/>
          <a:p>
            <a:r>
              <a:rPr lang="tr-TR" dirty="0" smtClean="0"/>
              <a:t>AES(Advanced </a:t>
            </a:r>
            <a:r>
              <a:rPr lang="tr-TR" dirty="0" err="1" smtClean="0"/>
              <a:t>Encription</a:t>
            </a:r>
            <a:r>
              <a:rPr lang="tr-TR" dirty="0" smtClean="0"/>
              <a:t> Standard) 2001 yılında NIST(</a:t>
            </a:r>
            <a:r>
              <a:rPr lang="tr-TR" dirty="0" err="1" smtClean="0"/>
              <a:t>National</a:t>
            </a:r>
            <a:r>
              <a:rPr lang="tr-TR" dirty="0" smtClean="0"/>
              <a:t> </a:t>
            </a:r>
            <a:r>
              <a:rPr lang="tr-TR" dirty="0" err="1" smtClean="0"/>
              <a:t>Institute</a:t>
            </a:r>
            <a:r>
              <a:rPr lang="tr-TR" dirty="0" smtClean="0"/>
              <a:t> of </a:t>
            </a:r>
            <a:r>
              <a:rPr lang="tr-TR" dirty="0" err="1" smtClean="0"/>
              <a:t>Standards</a:t>
            </a:r>
            <a:r>
              <a:rPr lang="tr-TR" dirty="0" smtClean="0"/>
              <a:t> </a:t>
            </a:r>
            <a:r>
              <a:rPr lang="tr-TR" dirty="0" err="1" smtClean="0"/>
              <a:t>and</a:t>
            </a:r>
            <a:r>
              <a:rPr lang="tr-TR" dirty="0" smtClean="0"/>
              <a:t> </a:t>
            </a:r>
            <a:r>
              <a:rPr lang="tr-TR" dirty="0" err="1" smtClean="0"/>
              <a:t>Technology</a:t>
            </a:r>
            <a:r>
              <a:rPr lang="tr-TR" dirty="0" smtClean="0"/>
              <a:t>) tarafından duyurulmuştur.</a:t>
            </a:r>
            <a:endParaRPr lang="tr-TR" dirty="0" smtClean="0"/>
          </a:p>
          <a:p>
            <a:r>
              <a:rPr lang="en-US" altLang="tr-TR" dirty="0"/>
              <a:t>AES standard</a:t>
            </a:r>
            <a:r>
              <a:rPr lang="en-US" altLang="en-US" dirty="0"/>
              <a:t>ı</a:t>
            </a:r>
            <a:r>
              <a:rPr lang="en-US" altLang="tr-TR" dirty="0"/>
              <a:t> esnektir; sadece 128 bit de</a:t>
            </a:r>
            <a:r>
              <a:rPr lang="en-US" altLang="en-US" dirty="0"/>
              <a:t>ğ</a:t>
            </a:r>
            <a:r>
              <a:rPr lang="en-US" altLang="tr-TR" dirty="0"/>
              <a:t>il, ihtiyaca g</a:t>
            </a:r>
            <a:r>
              <a:rPr lang="en-US" altLang="en-US" dirty="0"/>
              <a:t>ö</a:t>
            </a:r>
            <a:r>
              <a:rPr lang="en-US" altLang="tr-TR" dirty="0"/>
              <a:t>re 192 bit ve 256 bit anahtar uzunluklar</a:t>
            </a:r>
            <a:r>
              <a:rPr lang="en-US" altLang="en-US" dirty="0"/>
              <a:t>ı</a:t>
            </a:r>
            <a:r>
              <a:rPr lang="en-US" altLang="tr-TR" dirty="0"/>
              <a:t>n</a:t>
            </a:r>
            <a:r>
              <a:rPr lang="en-US" altLang="en-US" dirty="0"/>
              <a:t>ı</a:t>
            </a:r>
            <a:r>
              <a:rPr lang="en-US" altLang="tr-TR" dirty="0"/>
              <a:t> da destekler (AES-128, AES-192, AES-256).</a:t>
            </a:r>
            <a:endParaRPr lang="en-US" altLang="tr-TR" dirty="0"/>
          </a:p>
          <a:p>
            <a:r>
              <a:rPr lang="tr-TR" dirty="0"/>
              <a:t>AES ile standartlaştırılan algoritma, esas olarak Vincent </a:t>
            </a:r>
            <a:r>
              <a:rPr lang="tr-TR" dirty="0" err="1"/>
              <a:t>Rijmen</a:t>
            </a:r>
            <a:r>
              <a:rPr lang="tr-TR" dirty="0"/>
              <a:t> ve </a:t>
            </a:r>
            <a:r>
              <a:rPr lang="tr-TR" dirty="0" err="1"/>
              <a:t>Joan</a:t>
            </a:r>
            <a:r>
              <a:rPr lang="tr-TR" dirty="0"/>
              <a:t> </a:t>
            </a:r>
            <a:r>
              <a:rPr lang="tr-TR" dirty="0" err="1"/>
              <a:t>Daemen</a:t>
            </a:r>
            <a:r>
              <a:rPr lang="tr-TR" dirty="0"/>
              <a:t> tarafından geliştirilen </a:t>
            </a:r>
            <a:r>
              <a:rPr lang="tr-TR" dirty="0" err="1"/>
              <a:t>Rijndael</a:t>
            </a:r>
            <a:r>
              <a:rPr lang="tr-TR" dirty="0"/>
              <a:t> algoritmasında bazı değişiklikler yapılarak oluşturulmuştur</a:t>
            </a:r>
            <a:r>
              <a:rPr lang="tr-TR" dirty="0" smtClean="0"/>
              <a:t>.</a:t>
            </a:r>
            <a:endParaRPr lang="tr-TR" dirty="0" smtClean="0"/>
          </a:p>
          <a:p>
            <a:r>
              <a:rPr lang="tr-TR" dirty="0" smtClean="0"/>
              <a:t>AES günümüzde halen kullanılmaktadır.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TARİHİ(AES)</a:t>
            </a:r>
            <a:endParaRPr lang="tr-TR" dirty="0"/>
          </a:p>
        </p:txBody>
      </p:sp>
      <p:pic>
        <p:nvPicPr>
          <p:cNvPr id="4" name="İçerik Yer Tutucusu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466496" y="2209800"/>
            <a:ext cx="7259007" cy="3960000"/>
          </a:xfr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TARİHİ(KUANTUM BİLGİSAYARLAR)</a:t>
            </a:r>
            <a:endParaRPr lang="tr-TR" dirty="0"/>
          </a:p>
        </p:txBody>
      </p:sp>
      <p:sp>
        <p:nvSpPr>
          <p:cNvPr id="3" name="İçerik Yer Tutucusu 2"/>
          <p:cNvSpPr>
            <a:spLocks noGrp="1"/>
          </p:cNvSpPr>
          <p:nvPr>
            <p:ph idx="1"/>
          </p:nvPr>
        </p:nvSpPr>
        <p:spPr/>
        <p:txBody>
          <a:bodyPr/>
          <a:lstStyle/>
          <a:p>
            <a:r>
              <a:rPr lang="tr-TR" dirty="0" smtClean="0"/>
              <a:t>Günümüzde kuantum bilgisayarlar ile ilgili pek çok çalışma yapılmakta bir çok büyük şirket bu alanda faaliyet göstermeye ve geliştirme yapmaya başlamıştır. Buna ek olarak yakın gelecekte kuantum bilgisayarlar son kullanıcıya ulaşabilir ve herkes bu bilgisayarları kullanabilir hale gelecektir.</a:t>
            </a:r>
            <a:endParaRPr lang="tr-TR" dirty="0" smtClean="0"/>
          </a:p>
          <a:p>
            <a:r>
              <a:rPr lang="tr-TR" dirty="0" smtClean="0"/>
              <a:t>Kuantum bilgisayarların gelişmesi ile özellikle RSA, DH ve Eliptik Eğri </a:t>
            </a:r>
            <a:r>
              <a:rPr lang="tr-TR" dirty="0" err="1" smtClean="0"/>
              <a:t>kriptosistemlerinin</a:t>
            </a:r>
            <a:r>
              <a:rPr lang="tr-TR" dirty="0" smtClean="0"/>
              <a:t> tehlike de olduğu söylenebilir.</a:t>
            </a:r>
            <a:endParaRPr lang="tr-TR"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TARİHİ(KUANTUM BİLGİSAYARLAR)</a:t>
            </a:r>
            <a:endParaRPr lang="tr-TR" dirty="0"/>
          </a:p>
        </p:txBody>
      </p:sp>
      <p:sp>
        <p:nvSpPr>
          <p:cNvPr id="3" name="İçerik Yer Tutucusu 2"/>
          <p:cNvSpPr>
            <a:spLocks noGrp="1"/>
          </p:cNvSpPr>
          <p:nvPr>
            <p:ph idx="1"/>
          </p:nvPr>
        </p:nvSpPr>
        <p:spPr/>
        <p:txBody>
          <a:bodyPr>
            <a:normAutofit lnSpcReduction="10000"/>
          </a:bodyPr>
          <a:lstStyle/>
          <a:p>
            <a:r>
              <a:rPr lang="tr-TR" dirty="0"/>
              <a:t>Popüler bilim dergisi </a:t>
            </a:r>
            <a:r>
              <a:rPr lang="tr-TR" dirty="0" err="1"/>
              <a:t>Nature’daki</a:t>
            </a:r>
            <a:r>
              <a:rPr lang="tr-TR" dirty="0"/>
              <a:t> bir makaleye göre; Google Ekim 2019’da “</a:t>
            </a:r>
            <a:r>
              <a:rPr lang="tr-TR" dirty="0" err="1"/>
              <a:t>Sycamore</a:t>
            </a:r>
            <a:r>
              <a:rPr lang="tr-TR" dirty="0"/>
              <a:t>” adını verdiği 54 </a:t>
            </a:r>
            <a:r>
              <a:rPr lang="tr-TR" dirty="0" err="1"/>
              <a:t>qubit</a:t>
            </a:r>
            <a:r>
              <a:rPr lang="tr-TR" dirty="0"/>
              <a:t> kuantum bilgisayarın mevcut en hızlı süper bilgisayarların 10 bin yılda çözebileceği işlemi 200 saniyede çözdüğünü ileri sürmüş, böylece kuantum üstünlüğüne sahip olduklarını duyurmuştu. IBM ise, Google’ın hesaplamasında bir hata bulunduğunu, kuantum bilgisayarı tarafından çözülen problemin klasik bir bilgisayar tarafından 2.5 günde çözülebileceğini belirtmişti. Ancak, yine de 200 saniye ile 2.5 gün arasındaki muazzam fark Google’ın iddia ettiği gibi dramatik olmasa da, teknoloji dünyası için büyük bir dönüm noktası olma niteliği taşıyor diyebiliriz.</a:t>
            </a:r>
            <a:endParaRPr lang="tr-TR"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TARİHİ(KUANTUM BİLGİSAYARLAR)</a:t>
            </a:r>
            <a:endParaRPr lang="tr-TR" dirty="0"/>
          </a:p>
        </p:txBody>
      </p:sp>
      <p:pic>
        <p:nvPicPr>
          <p:cNvPr id="4" name="İçerik Yer Tutucusu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392164" y="2209800"/>
            <a:ext cx="7407671" cy="3960000"/>
          </a:xfr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TARİHİ(KUANTUM BİLGİSAYARLAR)</a:t>
            </a:r>
            <a:endParaRPr lang="tr-TR" dirty="0"/>
          </a:p>
        </p:txBody>
      </p:sp>
      <p:sp>
        <p:nvSpPr>
          <p:cNvPr id="3" name="İçerik Yer Tutucu 2"/>
          <p:cNvSpPr/>
          <p:nvPr>
            <p:ph idx="1"/>
          </p:nvPr>
        </p:nvSpPr>
        <p:spPr/>
        <p:txBody>
          <a:bodyPr/>
          <a:p>
            <a:r>
              <a:rPr lang="en-US" altLang="tr-TR"/>
              <a:t>NIST (ABD Ulusal Standartlar Enstit</a:t>
            </a:r>
            <a:r>
              <a:rPr lang="en-US" altLang="en-US"/>
              <a:t>ü</a:t>
            </a:r>
            <a:r>
              <a:rPr lang="en-US" altLang="tr-TR"/>
              <a:t>s</a:t>
            </a:r>
            <a:r>
              <a:rPr lang="en-US" altLang="en-US"/>
              <a:t>ü</a:t>
            </a:r>
            <a:r>
              <a:rPr lang="en-US" altLang="tr-TR"/>
              <a:t>), 2024 itibar</a:t>
            </a:r>
            <a:r>
              <a:rPr lang="en-US" altLang="en-US"/>
              <a:t>ı</a:t>
            </a:r>
            <a:r>
              <a:rPr lang="en-US" altLang="tr-TR"/>
              <a:t>yla Kuantum Sonras</a:t>
            </a:r>
            <a:r>
              <a:rPr lang="en-US" altLang="en-US"/>
              <a:t>ı</a:t>
            </a:r>
            <a:r>
              <a:rPr lang="en-US" altLang="tr-TR"/>
              <a:t> Kriptografi (PQC) standartlar</a:t>
            </a:r>
            <a:r>
              <a:rPr lang="en-US" altLang="en-US"/>
              <a:t>ı</a:t>
            </a:r>
            <a:r>
              <a:rPr lang="en-US" altLang="tr-TR"/>
              <a:t>n</a:t>
            </a:r>
            <a:r>
              <a:rPr lang="en-US" altLang="en-US"/>
              <a:t>ı</a:t>
            </a:r>
            <a:r>
              <a:rPr lang="en-US" altLang="tr-TR"/>
              <a:t> belirlemi</a:t>
            </a:r>
            <a:r>
              <a:rPr lang="en-US" altLang="en-US"/>
              <a:t>ş</a:t>
            </a:r>
            <a:r>
              <a:rPr lang="en-US" altLang="tr-TR"/>
              <a:t>tir. En </a:t>
            </a:r>
            <a:r>
              <a:rPr lang="en-US" altLang="en-US"/>
              <a:t>ö</a:t>
            </a:r>
            <a:r>
              <a:rPr lang="en-US" altLang="tr-TR"/>
              <a:t>nemlileri:</a:t>
            </a:r>
            <a:endParaRPr lang="en-US" altLang="tr-TR"/>
          </a:p>
          <a:p>
            <a:r>
              <a:rPr lang="en-US" altLang="tr-TR"/>
              <a:t>CRYSTALS-Kyber (ML-KEM): Genel </a:t>
            </a:r>
            <a:r>
              <a:rPr lang="en-US" altLang="en-US"/>
              <a:t>ş</a:t>
            </a:r>
            <a:r>
              <a:rPr lang="en-US" altLang="tr-TR"/>
              <a:t>ifreleme i</a:t>
            </a:r>
            <a:r>
              <a:rPr lang="en-US" altLang="en-US"/>
              <a:t>ç</a:t>
            </a:r>
            <a:r>
              <a:rPr lang="en-US" altLang="tr-TR"/>
              <a:t>in standart se</a:t>
            </a:r>
            <a:r>
              <a:rPr lang="en-US" altLang="en-US"/>
              <a:t>ç</a:t>
            </a:r>
            <a:r>
              <a:rPr lang="en-US" altLang="tr-TR"/>
              <a:t>ildi.</a:t>
            </a:r>
            <a:endParaRPr lang="en-US" altLang="tr-TR"/>
          </a:p>
          <a:p>
            <a:r>
              <a:rPr lang="en-US" altLang="tr-TR"/>
              <a:t>CRYSTALS-Dilithium (ML-DSA): Dijital imzalar i</a:t>
            </a:r>
            <a:r>
              <a:rPr lang="en-US" altLang="en-US"/>
              <a:t>ç</a:t>
            </a:r>
            <a:r>
              <a:rPr lang="en-US" altLang="tr-TR"/>
              <a:t>in se</a:t>
            </a:r>
            <a:r>
              <a:rPr lang="en-US" altLang="en-US"/>
              <a:t>ç</a:t>
            </a:r>
            <a:r>
              <a:rPr lang="en-US" altLang="tr-TR"/>
              <a:t>ildi.</a:t>
            </a:r>
            <a:endParaRPr lang="en-US" altLang="tr-T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TARİHİ(ZPK)</a:t>
            </a:r>
            <a:endParaRPr lang="tr-TR" dirty="0"/>
          </a:p>
        </p:txBody>
      </p:sp>
      <p:sp>
        <p:nvSpPr>
          <p:cNvPr id="3" name="İçerik Yer Tutucusu 2"/>
          <p:cNvSpPr>
            <a:spLocks noGrp="1"/>
          </p:cNvSpPr>
          <p:nvPr>
            <p:ph idx="1"/>
          </p:nvPr>
        </p:nvSpPr>
        <p:spPr/>
        <p:txBody>
          <a:bodyPr/>
          <a:lstStyle/>
          <a:p>
            <a:r>
              <a:rPr lang="tr-TR" dirty="0" smtClean="0"/>
              <a:t>ZPK(Zero Knowledge </a:t>
            </a:r>
            <a:r>
              <a:rPr lang="tr-TR" dirty="0" err="1" smtClean="0"/>
              <a:t>Proof</a:t>
            </a:r>
            <a:r>
              <a:rPr lang="tr-TR" dirty="0" smtClean="0"/>
              <a:t>) kriptolojinin bir diğer alanıdır ve temel olarak bir bilgiye sahip olduğunu kanıtlamak ancak bunu yaparken karşı tarafa hiçbir bilgi vermeden yapmayı ifade etmektedir.</a:t>
            </a:r>
            <a:endParaRPr lang="tr-TR" dirty="0" smtClean="0"/>
          </a:p>
          <a:p>
            <a:r>
              <a:rPr lang="tr-TR" dirty="0" smtClean="0"/>
              <a:t>Özellikle kripto paralarda kullanılır.</a:t>
            </a:r>
            <a:endParaRPr lang="tr-TR" dirty="0" smtClean="0"/>
          </a:p>
          <a:p>
            <a:r>
              <a:rPr lang="en-US" altLang="en-US" dirty="0"/>
              <a:t>Ö</a:t>
            </a:r>
            <a:r>
              <a:rPr lang="en-US" altLang="tr-TR" dirty="0"/>
              <a:t>rnek: 'Ali Baba'n</a:t>
            </a:r>
            <a:r>
              <a:rPr lang="en-US" altLang="en-US" dirty="0"/>
              <a:t>ı</a:t>
            </a:r>
            <a:r>
              <a:rPr lang="en-US" altLang="tr-TR" dirty="0"/>
              <a:t>n Ma</a:t>
            </a:r>
            <a:r>
              <a:rPr lang="en-US" altLang="en-US" dirty="0"/>
              <a:t>ğ</a:t>
            </a:r>
            <a:r>
              <a:rPr lang="en-US" altLang="tr-TR" dirty="0"/>
              <a:t>aras</a:t>
            </a:r>
            <a:r>
              <a:rPr lang="en-US" altLang="en-US" dirty="0"/>
              <a:t>ı</a:t>
            </a:r>
            <a:r>
              <a:rPr lang="tr-TR" dirty="0"/>
              <a:t>’</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TARİHİ(ZKP)</a:t>
            </a:r>
            <a:endParaRPr lang="tr-TR" dirty="0"/>
          </a:p>
        </p:txBody>
      </p:sp>
      <p:pic>
        <p:nvPicPr>
          <p:cNvPr id="5" name="İçerik Yer Tutucusu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901244" y="2209800"/>
            <a:ext cx="8389511" cy="4324350"/>
          </a:xfr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TARİHİ(Smart </a:t>
            </a:r>
            <a:r>
              <a:rPr lang="tr-TR" dirty="0" err="1" smtClean="0"/>
              <a:t>Contracts</a:t>
            </a:r>
            <a:r>
              <a:rPr lang="tr-TR" dirty="0" smtClean="0"/>
              <a:t>)</a:t>
            </a:r>
            <a:endParaRPr lang="tr-TR" dirty="0"/>
          </a:p>
        </p:txBody>
      </p:sp>
      <p:sp>
        <p:nvSpPr>
          <p:cNvPr id="3" name="İçerik Yer Tutucusu 2"/>
          <p:cNvSpPr>
            <a:spLocks noGrp="1"/>
          </p:cNvSpPr>
          <p:nvPr>
            <p:ph idx="1"/>
          </p:nvPr>
        </p:nvSpPr>
        <p:spPr/>
        <p:txBody>
          <a:bodyPr/>
          <a:lstStyle/>
          <a:p>
            <a:r>
              <a:rPr lang="tr-TR" dirty="0" smtClean="0"/>
              <a:t>Smart </a:t>
            </a:r>
            <a:r>
              <a:rPr lang="tr-TR" dirty="0" err="1" smtClean="0"/>
              <a:t>Contracts</a:t>
            </a:r>
            <a:r>
              <a:rPr lang="tr-TR" dirty="0" smtClean="0"/>
              <a:t>(Akıllı Kontratlar) </a:t>
            </a:r>
            <a:r>
              <a:rPr lang="tr-TR" dirty="0" err="1" smtClean="0"/>
              <a:t>Ethereum</a:t>
            </a:r>
            <a:r>
              <a:rPr lang="tr-TR" dirty="0" smtClean="0"/>
              <a:t> veya başka kripto paralar tarafından çalıştırılabilecek küçük kod parçacıklarıdır.</a:t>
            </a:r>
            <a:endParaRPr lang="tr-TR" dirty="0" smtClean="0"/>
          </a:p>
          <a:p>
            <a:r>
              <a:rPr lang="tr-TR" dirty="0" smtClean="0"/>
              <a:t>Bir şartname veya kontrata ihtiyaç duyulabilecek pek çok yerde bunların kullanılabilmesini sağlar.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TARİHİ(Smart </a:t>
            </a:r>
            <a:r>
              <a:rPr lang="tr-TR" dirty="0" err="1" smtClean="0"/>
              <a:t>Contracts</a:t>
            </a:r>
            <a:r>
              <a:rPr lang="tr-TR" dirty="0" smtClean="0"/>
              <a:t>)</a:t>
            </a:r>
            <a:endParaRPr lang="tr-TR" dirty="0"/>
          </a:p>
        </p:txBody>
      </p:sp>
      <p:pic>
        <p:nvPicPr>
          <p:cNvPr id="4" name="İçerik Yer Tutucusu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927256" y="2209800"/>
            <a:ext cx="8337488" cy="3960000"/>
          </a:xfr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TARİHİ(Yan Kanal Analizleri)</a:t>
            </a:r>
            <a:endParaRPr lang="tr-TR" dirty="0"/>
          </a:p>
        </p:txBody>
      </p:sp>
      <p:sp>
        <p:nvSpPr>
          <p:cNvPr id="3" name="İçerik Yer Tutucusu 2"/>
          <p:cNvSpPr>
            <a:spLocks noGrp="1"/>
          </p:cNvSpPr>
          <p:nvPr>
            <p:ph idx="1"/>
          </p:nvPr>
        </p:nvSpPr>
        <p:spPr/>
        <p:txBody>
          <a:bodyPr/>
          <a:lstStyle/>
          <a:p>
            <a:r>
              <a:rPr lang="tr-TR" dirty="0" smtClean="0"/>
              <a:t>Yan Kanal Analizleri özellikle donanım güvenliği kısmında kullanılır.</a:t>
            </a:r>
            <a:endParaRPr lang="tr-TR" dirty="0" smtClean="0"/>
          </a:p>
          <a:p>
            <a:r>
              <a:rPr lang="tr-TR" dirty="0" smtClean="0"/>
              <a:t>Bir şifreleme algoritmasının çalıştığı donanım üzerinde bir gizli anahtar barındırması ve bu gizli anahtarın dışarıya çıkamaması gibi bir durumda ilgili donanımı dinleyerek gizli anahtar hakkında bir bilgi elde edilebilmesini inceler.</a:t>
            </a:r>
            <a:endParaRPr lang="tr-TR" dirty="0" smtClean="0"/>
          </a:p>
          <a:p>
            <a:r>
              <a:rPr lang="tr-TR" dirty="0" smtClean="0"/>
              <a:t>Kriptoloji ile ilgilenenler bu tarz yaklaşımlara karşı güvenli donanım üretme ve bir yandan da bunu test etme üzerine çalışabilirler.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TARİHİ(Yan Kanal Analizleri)</a:t>
            </a:r>
            <a:endParaRPr lang="tr-TR" dirty="0"/>
          </a:p>
        </p:txBody>
      </p:sp>
      <p:sp>
        <p:nvSpPr>
          <p:cNvPr id="3" name="İçerik Yer Tutucusu 2"/>
          <p:cNvSpPr>
            <a:spLocks noGrp="1"/>
          </p:cNvSpPr>
          <p:nvPr>
            <p:ph idx="1"/>
          </p:nvPr>
        </p:nvSpPr>
        <p:spPr/>
        <p:txBody>
          <a:bodyPr/>
          <a:lstStyle/>
          <a:p>
            <a:r>
              <a:rPr lang="en-US" altLang="tr-TR" dirty="0"/>
              <a:t>Sald</a:t>
            </a:r>
            <a:r>
              <a:rPr lang="en-US" altLang="en-US" dirty="0"/>
              <a:t>ı</a:t>
            </a:r>
            <a:r>
              <a:rPr lang="en-US" altLang="tr-TR" dirty="0"/>
              <a:t>rganlar</a:t>
            </a:r>
            <a:r>
              <a:rPr lang="en-US" altLang="en-US" dirty="0"/>
              <a:t>ı</a:t>
            </a:r>
            <a:r>
              <a:rPr lang="en-US" altLang="tr-TR" dirty="0"/>
              <a:t>n kulland</a:t>
            </a:r>
            <a:r>
              <a:rPr lang="en-US" altLang="en-US" dirty="0"/>
              <a:t>ığı</a:t>
            </a:r>
            <a:r>
              <a:rPr lang="en-US" altLang="tr-TR" dirty="0"/>
              <a:t> somut y</a:t>
            </a:r>
            <a:r>
              <a:rPr lang="en-US" altLang="en-US" dirty="0"/>
              <a:t>ö</a:t>
            </a:r>
            <a:r>
              <a:rPr lang="en-US" altLang="tr-TR" dirty="0"/>
              <a:t>ntemler </a:t>
            </a:r>
            <a:r>
              <a:rPr lang="en-US" altLang="en-US" dirty="0"/>
              <a:t>ş</a:t>
            </a:r>
            <a:r>
              <a:rPr lang="en-US" altLang="tr-TR" dirty="0"/>
              <a:t>unlard</a:t>
            </a:r>
            <a:r>
              <a:rPr lang="en-US" altLang="en-US" dirty="0"/>
              <a:t>ı</a:t>
            </a:r>
            <a:r>
              <a:rPr lang="en-US" altLang="tr-TR" dirty="0"/>
              <a:t>r:</a:t>
            </a:r>
            <a:endParaRPr lang="en-US" altLang="tr-TR" dirty="0"/>
          </a:p>
          <a:p>
            <a:r>
              <a:rPr lang="en-US" altLang="tr-TR" dirty="0"/>
              <a:t>G</a:t>
            </a:r>
            <a:r>
              <a:rPr lang="en-US" altLang="en-US" dirty="0"/>
              <a:t>ü</a:t>
            </a:r>
            <a:r>
              <a:rPr lang="en-US" altLang="en-US" dirty="0"/>
              <a:t>ç</a:t>
            </a:r>
            <a:r>
              <a:rPr lang="en-US" altLang="tr-TR" dirty="0"/>
              <a:t> Analizi (DPA): </a:t>
            </a:r>
            <a:r>
              <a:rPr lang="en-US" altLang="en-US" dirty="0"/>
              <a:t>İş</a:t>
            </a:r>
            <a:r>
              <a:rPr lang="en-US" altLang="tr-TR" dirty="0"/>
              <a:t>lemcinin g</a:t>
            </a:r>
            <a:r>
              <a:rPr lang="en-US" altLang="en-US" dirty="0"/>
              <a:t>ü</a:t>
            </a:r>
            <a:r>
              <a:rPr lang="en-US" altLang="en-US" dirty="0"/>
              <a:t>ç</a:t>
            </a:r>
            <a:r>
              <a:rPr lang="en-US" altLang="tr-TR" dirty="0"/>
              <a:t> t</a:t>
            </a:r>
            <a:r>
              <a:rPr lang="en-US" altLang="en-US" dirty="0"/>
              <a:t>ü</a:t>
            </a:r>
            <a:r>
              <a:rPr lang="en-US" altLang="tr-TR" dirty="0"/>
              <a:t>ketimindeki dalgalanmalar</a:t>
            </a:r>
            <a:r>
              <a:rPr lang="en-US" altLang="en-US" dirty="0"/>
              <a:t>ı</a:t>
            </a:r>
            <a:r>
              <a:rPr lang="en-US" altLang="tr-TR" dirty="0"/>
              <a:t> izlemek.</a:t>
            </a:r>
            <a:endParaRPr lang="en-US" altLang="tr-TR" dirty="0"/>
          </a:p>
          <a:p>
            <a:r>
              <a:rPr lang="en-US" altLang="tr-TR" dirty="0"/>
              <a:t>Zamanlama Sald</a:t>
            </a:r>
            <a:r>
              <a:rPr lang="en-US" altLang="en-US" dirty="0"/>
              <a:t>ı</a:t>
            </a:r>
            <a:r>
              <a:rPr lang="en-US" altLang="tr-TR" dirty="0"/>
              <a:t>r</a:t>
            </a:r>
            <a:r>
              <a:rPr lang="en-US" altLang="en-US" dirty="0"/>
              <a:t>ı</a:t>
            </a:r>
            <a:r>
              <a:rPr lang="en-US" altLang="tr-TR" dirty="0"/>
              <a:t>lar</a:t>
            </a:r>
            <a:r>
              <a:rPr lang="en-US" altLang="en-US" dirty="0"/>
              <a:t>ı</a:t>
            </a:r>
            <a:r>
              <a:rPr lang="en-US" altLang="tr-TR" dirty="0"/>
              <a:t>: </a:t>
            </a:r>
            <a:r>
              <a:rPr lang="en-US" altLang="en-US" dirty="0"/>
              <a:t>Ş</a:t>
            </a:r>
            <a:r>
              <a:rPr lang="en-US" altLang="tr-TR" dirty="0"/>
              <a:t>ifreleme i</a:t>
            </a:r>
            <a:r>
              <a:rPr lang="en-US" altLang="en-US" dirty="0"/>
              <a:t>ş</a:t>
            </a:r>
            <a:r>
              <a:rPr lang="en-US" altLang="tr-TR" dirty="0"/>
              <a:t>leminin ne kadar s</a:t>
            </a:r>
            <a:r>
              <a:rPr lang="en-US" altLang="en-US" dirty="0"/>
              <a:t>ü</a:t>
            </a:r>
            <a:r>
              <a:rPr lang="en-US" altLang="tr-TR" dirty="0"/>
              <a:t>rd</a:t>
            </a:r>
            <a:r>
              <a:rPr lang="en-US" altLang="en-US" dirty="0"/>
              <a:t>ü</a:t>
            </a:r>
            <a:r>
              <a:rPr lang="en-US" altLang="en-US" dirty="0"/>
              <a:t>ğ</a:t>
            </a:r>
            <a:r>
              <a:rPr lang="en-US" altLang="en-US" dirty="0"/>
              <a:t>ü</a:t>
            </a:r>
            <a:r>
              <a:rPr lang="en-US" altLang="tr-TR" dirty="0"/>
              <a:t>n</a:t>
            </a:r>
            <a:r>
              <a:rPr lang="en-US" altLang="en-US" dirty="0"/>
              <a:t>ü</a:t>
            </a:r>
            <a:r>
              <a:rPr lang="en-US" altLang="tr-TR" dirty="0"/>
              <a:t> </a:t>
            </a:r>
            <a:r>
              <a:rPr lang="en-US" altLang="en-US" dirty="0"/>
              <a:t>ö</a:t>
            </a:r>
            <a:r>
              <a:rPr lang="en-US" altLang="tr-TR" dirty="0"/>
              <a:t>l</a:t>
            </a:r>
            <a:r>
              <a:rPr lang="en-US" altLang="en-US" dirty="0"/>
              <a:t>ç</a:t>
            </a:r>
            <a:r>
              <a:rPr lang="en-US" altLang="tr-TR" dirty="0"/>
              <a:t>mek.</a:t>
            </a:r>
            <a:endParaRPr lang="en-US" altLang="tr-TR" dirty="0"/>
          </a:p>
          <a:p>
            <a:r>
              <a:rPr lang="en-US" altLang="tr-TR" dirty="0"/>
              <a:t>Elektromanyetik S</a:t>
            </a:r>
            <a:r>
              <a:rPr lang="en-US" altLang="en-US" dirty="0"/>
              <a:t>ı</a:t>
            </a:r>
            <a:r>
              <a:rPr lang="en-US" altLang="tr-TR" dirty="0"/>
              <a:t>z</a:t>
            </a:r>
            <a:r>
              <a:rPr lang="en-US" altLang="en-US" dirty="0"/>
              <a:t>ı</a:t>
            </a:r>
            <a:r>
              <a:rPr lang="en-US" altLang="tr-TR" dirty="0"/>
              <a:t>nt</a:t>
            </a:r>
            <a:r>
              <a:rPr lang="en-US" altLang="en-US" dirty="0"/>
              <a:t>ı</a:t>
            </a:r>
            <a:r>
              <a:rPr lang="en-US" altLang="tr-TR" dirty="0"/>
              <a:t>: Cihazdan yay</a:t>
            </a:r>
            <a:r>
              <a:rPr lang="en-US" altLang="en-US" dirty="0"/>
              <a:t>ı</a:t>
            </a:r>
            <a:r>
              <a:rPr lang="en-US" altLang="tr-TR" dirty="0"/>
              <a:t>lan dalgalar</a:t>
            </a:r>
            <a:r>
              <a:rPr lang="en-US" altLang="en-US" dirty="0"/>
              <a:t>ı</a:t>
            </a:r>
            <a:r>
              <a:rPr lang="en-US" altLang="tr-TR" dirty="0"/>
              <a:t> dinlemek.</a:t>
            </a:r>
            <a:endParaRPr lang="en-US" alt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TARİHİ(Yan Kanal Analizleri)</a:t>
            </a:r>
            <a:endParaRPr lang="tr-TR" dirty="0"/>
          </a:p>
        </p:txBody>
      </p:sp>
      <p:pic>
        <p:nvPicPr>
          <p:cNvPr id="4" name="İçerik Yer Tutucusu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654379" y="2209800"/>
            <a:ext cx="8883242" cy="3960000"/>
          </a:xfr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a:t>
            </a:r>
            <a:r>
              <a:rPr lang="tr-TR" dirty="0" err="1" smtClean="0"/>
              <a:t>Sensör</a:t>
            </a:r>
            <a:r>
              <a:rPr lang="tr-TR" dirty="0" smtClean="0"/>
              <a:t> Güvenliği)</a:t>
            </a:r>
            <a:endParaRPr lang="tr-TR" dirty="0"/>
          </a:p>
        </p:txBody>
      </p:sp>
      <p:sp>
        <p:nvSpPr>
          <p:cNvPr id="3" name="İçerik Yer Tutucusu 2"/>
          <p:cNvSpPr>
            <a:spLocks noGrp="1"/>
          </p:cNvSpPr>
          <p:nvPr>
            <p:ph idx="1"/>
          </p:nvPr>
        </p:nvSpPr>
        <p:spPr/>
        <p:txBody>
          <a:bodyPr/>
          <a:lstStyle/>
          <a:p>
            <a:r>
              <a:rPr lang="tr-TR" dirty="0" smtClean="0"/>
              <a:t>Sıcaklık, nem, ses, duman vb. </a:t>
            </a:r>
            <a:r>
              <a:rPr lang="tr-TR" dirty="0" err="1" smtClean="0"/>
              <a:t>sensörler</a:t>
            </a:r>
            <a:r>
              <a:rPr lang="tr-TR" dirty="0" smtClean="0"/>
              <a:t> için ayrıca güvenlik önlemleri gerekebilmektedir. </a:t>
            </a:r>
            <a:r>
              <a:rPr lang="tr-TR" dirty="0" err="1" smtClean="0"/>
              <a:t>Hafifsiklet</a:t>
            </a:r>
            <a:r>
              <a:rPr lang="tr-TR" dirty="0" smtClean="0"/>
              <a:t> </a:t>
            </a:r>
            <a:r>
              <a:rPr lang="tr-TR" dirty="0" err="1" smtClean="0"/>
              <a:t>kriptografi</a:t>
            </a:r>
            <a:r>
              <a:rPr lang="tr-TR" dirty="0" smtClean="0"/>
              <a:t> olarak geçen bu alanda </a:t>
            </a:r>
            <a:r>
              <a:rPr lang="tr-TR" dirty="0" err="1" smtClean="0"/>
              <a:t>sensörlerden</a:t>
            </a:r>
            <a:r>
              <a:rPr lang="tr-TR" dirty="0" smtClean="0"/>
              <a:t> okunan veriler değiştirilebilir ve bütünlük bozulabilir.</a:t>
            </a:r>
            <a:endParaRPr lang="tr-TR" dirty="0" smtClean="0"/>
          </a:p>
          <a:p>
            <a:r>
              <a:rPr lang="tr-TR" dirty="0" smtClean="0"/>
              <a:t>DES burada kullanılamaz çünkü çoktan kırılmıştır AES ise bu tarz donanımlar için çok maliyet oluşturmaktadır.</a:t>
            </a:r>
            <a:endParaRPr lang="tr-TR" dirty="0" smtClean="0"/>
          </a:p>
          <a:p>
            <a:r>
              <a:rPr lang="en-US" altLang="tr-TR" dirty="0"/>
              <a:t>NIST, kaynaklar</a:t>
            </a:r>
            <a:r>
              <a:rPr lang="en-US" altLang="en-US" dirty="0"/>
              <a:t>ı</a:t>
            </a:r>
            <a:r>
              <a:rPr lang="en-US" altLang="tr-TR" dirty="0"/>
              <a:t> k</a:t>
            </a:r>
            <a:r>
              <a:rPr lang="en-US" altLang="en-US" dirty="0"/>
              <a:t>ı</a:t>
            </a:r>
            <a:r>
              <a:rPr lang="en-US" altLang="tr-TR" dirty="0"/>
              <a:t>s</a:t>
            </a:r>
            <a:r>
              <a:rPr lang="en-US" altLang="en-US" dirty="0"/>
              <a:t>ı</a:t>
            </a:r>
            <a:r>
              <a:rPr lang="en-US" altLang="tr-TR" dirty="0"/>
              <a:t>tl</a:t>
            </a:r>
            <a:r>
              <a:rPr lang="en-US" altLang="en-US" dirty="0"/>
              <a:t>ı</a:t>
            </a:r>
            <a:r>
              <a:rPr lang="en-US" altLang="tr-TR" dirty="0"/>
              <a:t> (IoT, sens</a:t>
            </a:r>
            <a:r>
              <a:rPr lang="en-US" altLang="en-US" dirty="0"/>
              <a:t>ö</a:t>
            </a:r>
            <a:r>
              <a:rPr lang="en-US" altLang="tr-TR" dirty="0"/>
              <a:t>r vb.) cihazlar i</a:t>
            </a:r>
            <a:r>
              <a:rPr lang="en-US" altLang="en-US" dirty="0"/>
              <a:t>ç</a:t>
            </a:r>
            <a:r>
              <a:rPr lang="en-US" altLang="tr-TR" dirty="0"/>
              <a:t>in 2023 y</a:t>
            </a:r>
            <a:r>
              <a:rPr lang="en-US" altLang="en-US" dirty="0"/>
              <a:t>ı</a:t>
            </a:r>
            <a:r>
              <a:rPr lang="en-US" altLang="tr-TR" dirty="0"/>
              <a:t>l</a:t>
            </a:r>
            <a:r>
              <a:rPr lang="en-US" altLang="en-US" dirty="0"/>
              <a:t>ı</a:t>
            </a:r>
            <a:r>
              <a:rPr lang="en-US" altLang="tr-TR" dirty="0"/>
              <a:t>nda ASCON algoritmas</a:t>
            </a:r>
            <a:r>
              <a:rPr lang="en-US" altLang="en-US" dirty="0"/>
              <a:t>ı</a:t>
            </a:r>
            <a:r>
              <a:rPr lang="en-US" altLang="tr-TR" dirty="0"/>
              <a:t>n</a:t>
            </a:r>
            <a:r>
              <a:rPr lang="en-US" altLang="en-US" dirty="0"/>
              <a:t>ı</a:t>
            </a:r>
            <a:r>
              <a:rPr lang="en-US" altLang="tr-TR" dirty="0"/>
              <a:t> 'Hafifsiklet Kriptografi Standard</a:t>
            </a:r>
            <a:r>
              <a:rPr lang="en-US" altLang="en-US" dirty="0"/>
              <a:t>ı</a:t>
            </a:r>
            <a:r>
              <a:rPr lang="en-US" altLang="tr-TR" dirty="0"/>
              <a:t>' olarak ilan etmi</a:t>
            </a:r>
            <a:r>
              <a:rPr lang="en-US" altLang="en-US" dirty="0"/>
              <a:t>ş</a:t>
            </a:r>
            <a:r>
              <a:rPr lang="en-US" altLang="tr-TR" dirty="0"/>
              <a:t>tir.</a:t>
            </a:r>
            <a:endParaRPr lang="en-US" alt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a:t>
            </a:r>
            <a:r>
              <a:rPr lang="tr-TR" dirty="0" err="1" smtClean="0"/>
              <a:t>Sensör</a:t>
            </a:r>
            <a:r>
              <a:rPr lang="tr-TR" dirty="0" smtClean="0"/>
              <a:t> Güvenliği)</a:t>
            </a:r>
            <a:endParaRPr lang="tr-TR" dirty="0"/>
          </a:p>
        </p:txBody>
      </p:sp>
      <p:pic>
        <p:nvPicPr>
          <p:cNvPr id="5" name="İçerik Yer Tutucusu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247338" y="2209800"/>
            <a:ext cx="7697324" cy="3960000"/>
          </a:xfr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TARİHİ(Güvenli Çoklu Hesaplama)</a:t>
            </a:r>
            <a:endParaRPr lang="tr-TR" dirty="0"/>
          </a:p>
        </p:txBody>
      </p:sp>
      <p:sp>
        <p:nvSpPr>
          <p:cNvPr id="3" name="İçerik Yer Tutucusu 2"/>
          <p:cNvSpPr>
            <a:spLocks noGrp="1"/>
          </p:cNvSpPr>
          <p:nvPr>
            <p:ph idx="1"/>
          </p:nvPr>
        </p:nvSpPr>
        <p:spPr/>
        <p:txBody>
          <a:bodyPr/>
          <a:lstStyle/>
          <a:p>
            <a:r>
              <a:rPr lang="tr-TR" dirty="0" smtClean="0"/>
              <a:t>Güvenli çoklu hesaplama yöntemleri kriptolojinin bir diğer alanıdır.</a:t>
            </a:r>
            <a:endParaRPr lang="tr-TR" dirty="0" smtClean="0"/>
          </a:p>
          <a:p>
            <a:r>
              <a:rPr lang="tr-TR" dirty="0" smtClean="0"/>
              <a:t>Bu alanda çok büyük bir hesaplamanın yapılması ve bunu birden çok kişinin yapması ancak hiçbirinin birbirinin hesabından haberinin olmaması düşünülebilir.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normAutofit/>
          </a:bodyPr>
          <a:lstStyle/>
          <a:p>
            <a:r>
              <a:rPr lang="tr-TR" dirty="0" smtClean="0"/>
              <a:t>KRİPTOGRAFİNİN TARİHİ(Güvenli Çoklu Hesaplama)</a:t>
            </a:r>
            <a:endParaRPr lang="tr-TR" dirty="0"/>
          </a:p>
        </p:txBody>
      </p:sp>
      <p:pic>
        <p:nvPicPr>
          <p:cNvPr id="4" name="İçerik Yer Tutucusu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497686" y="2209800"/>
            <a:ext cx="7196628" cy="3960000"/>
          </a:xfr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ğitim sunusu">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Eğitim sunusu</Template>
  <TotalTime>0</TotalTime>
  <Words>5611</Words>
  <Application>WPS Sunum</Application>
  <PresentationFormat>Geniş ekran</PresentationFormat>
  <Paragraphs>94</Paragraphs>
  <Slides>23</Slides>
  <Notes>21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23</vt:i4>
      </vt:variant>
    </vt:vector>
  </HeadingPairs>
  <TitlesOfParts>
    <vt:vector size="33" baseType="lpstr">
      <vt:lpstr>Arial</vt:lpstr>
      <vt:lpstr>SimSun</vt:lpstr>
      <vt:lpstr>Wingdings</vt:lpstr>
      <vt:lpstr>Georgia</vt:lpstr>
      <vt:lpstr>Wingdings 2</vt:lpstr>
      <vt:lpstr>Wingdings</vt:lpstr>
      <vt:lpstr>Calibri</vt:lpstr>
      <vt:lpstr>Microsoft YaHei</vt:lpstr>
      <vt:lpstr>Arial Unicode MS</vt:lpstr>
      <vt:lpstr>Eğitim sunusu</vt:lpstr>
      <vt:lpstr>Ağ ve Bilişim Güvenliği</vt:lpstr>
      <vt:lpstr>KRİPTOGRAFİNİN TARİHİ(ASİMETRİK ŞİFRELEME)</vt:lpstr>
      <vt:lpstr>KRİPTOGRAFİNİN TARİHİ(ASİMETRİK ŞİFRELEME)</vt:lpstr>
      <vt:lpstr>KRİPTOGRAFİNİN TARİHİ(RSA)</vt:lpstr>
      <vt:lpstr>KRİPTOGRAFİNİN TARİHİ(RSA)</vt:lpstr>
      <vt:lpstr>KRİPTOGRAFİNİN TARİHİ(ELİPTİK EĞRİ YÖNTEMİ)</vt:lpstr>
      <vt:lpstr>KRİPTOGRAFİNİN TARİHİ(AES)</vt:lpstr>
      <vt:lpstr>KRİPTOGRAFİNİN TARİHİ(AES)</vt:lpstr>
      <vt:lpstr>KRİPTOGRAFİNİN TARİHİ(KUANTUM BİLGİSAYARLAR)</vt:lpstr>
      <vt:lpstr>KRİPTOGRAFİNİN TARİHİ(KUANTUM BİLGİSAYARLAR)</vt:lpstr>
      <vt:lpstr>KRİPTOGRAFİNİN TARİHİ(KUANTUM BİLGİSAYARLAR)</vt:lpstr>
      <vt:lpstr>KRİPTOGRAFİNİN TARİHİ(KUANTUM BİLGİSAYARLAR)</vt:lpstr>
      <vt:lpstr>KRİPTOGRAFİNİN TARİHİ(ZPK)</vt:lpstr>
      <vt:lpstr>KRİPTOGRAFİNİN TARİHİ(ZPK)</vt:lpstr>
      <vt:lpstr>KRİPTOGRAFİNİN TARİHİ(Smart Contracts)</vt:lpstr>
      <vt:lpstr>KRİPTOGRAFİNİN TARİHİ(Smart Contracts)</vt:lpstr>
      <vt:lpstr>KRİPTOGRAFİNİN TARİHİ(Yan Kanal Analizleri)</vt:lpstr>
      <vt:lpstr>KRİPTOGRAFİNİN TARİHİ(Yan Kanal Analizleri)</vt:lpstr>
      <vt:lpstr>KRİPTOGRAFİNİN TARİHİ(Yan Kanal Analizleri)</vt:lpstr>
      <vt:lpstr>KRİPTOGRAFİNİN TARİHİ(Sensör Güvenliği)</vt:lpstr>
      <vt:lpstr>KRİPTOGRAFİNİN TARİHİ(Sensör Güvenliği)</vt:lpstr>
      <vt:lpstr>KRİPTOGRAFİNİN TARİHİ(Güvenli Çoklu Hesaplama)</vt:lpstr>
      <vt:lpstr>KRİPTOGRAFİNİN TARİHİ(Güvenli Çoklu Hesaplama)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Ağ ve Bilişim Güvenliği</dc:title>
  <dc:creator>ZaferS</dc:creator>
  <cp:lastModifiedBy>Zafer</cp:lastModifiedBy>
  <cp:revision>182</cp:revision>
  <dcterms:created xsi:type="dcterms:W3CDTF">2023-12-09T09:03:00Z</dcterms:created>
  <dcterms:modified xsi:type="dcterms:W3CDTF">2025-12-16T18:38:10Z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CV">
    <vt:lpwstr>C96A918CF7FD4EBE89EDC0255BCA0BE8_12</vt:lpwstr>
  </property>
  <property fmtid="{D5CDD505-2E9C-101B-9397-08002B2CF9AE}" pid="4" name="KSOProductBuildVer">
    <vt:lpwstr>1055-12.2.0.22549</vt:lpwstr>
  </property>
</Properties>
</file>